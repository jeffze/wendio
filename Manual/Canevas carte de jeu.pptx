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85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76" d="100"/>
          <a:sy n="76" d="100"/>
        </p:scale>
        <p:origin x="246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766F87-521A-5342-BF30-8C9E1A4AB195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4" name="Espace réservé de l'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D7473-D1C5-AF4B-84BD-7001111FDB3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04324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5C620-2684-284B-A0C4-A4218F82B728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47894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CA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E1C44-774A-784E-B255-4930EEC1D9A8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D180-6119-9746-BAFF-4023F4C08E0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2410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E1C44-774A-784E-B255-4930EEC1D9A8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D180-6119-9746-BAFF-4023F4C08E0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2513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E1C44-774A-784E-B255-4930EEC1D9A8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D180-6119-9746-BAFF-4023F4C08E0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1717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E1C44-774A-784E-B255-4930EEC1D9A8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D180-6119-9746-BAFF-4023F4C08E0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04708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E1C44-774A-784E-B255-4930EEC1D9A8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D180-6119-9746-BAFF-4023F4C08E0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59402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E1C44-774A-784E-B255-4930EEC1D9A8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D180-6119-9746-BAFF-4023F4C08E0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89326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E1C44-774A-784E-B255-4930EEC1D9A8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D180-6119-9746-BAFF-4023F4C08E0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0565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E1C44-774A-784E-B255-4930EEC1D9A8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D180-6119-9746-BAFF-4023F4C08E0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13374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CA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E1C44-774A-784E-B255-4930EEC1D9A8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D180-6119-9746-BAFF-4023F4C08E0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75900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E1C44-774A-784E-B255-4930EEC1D9A8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D180-6119-9746-BAFF-4023F4C08E0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17803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E1C44-774A-784E-B255-4930EEC1D9A8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5D180-6119-9746-BAFF-4023F4C08E0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13088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EE1C44-774A-784E-B255-4930EEC1D9A8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35D180-6119-9746-BAFF-4023F4C08E0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37445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940BB3F2-4D0A-F062-3EA7-95A99D375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13" y="774759"/>
            <a:ext cx="3294359" cy="396000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04320AF-24C1-5EBC-DAEC-045C16D80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770" y="773746"/>
            <a:ext cx="3294359" cy="39600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EA31AD2-A013-7860-65A2-8E7B8BB04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13" y="4735772"/>
            <a:ext cx="3294358" cy="396000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E43F833E-E87A-1A03-A3FC-2642000A0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771" y="4735772"/>
            <a:ext cx="3295202" cy="3961013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B83B982E-2E15-3C59-E8D5-A9C27CFDE076}"/>
              </a:ext>
            </a:extLst>
          </p:cNvPr>
          <p:cNvSpPr txBox="1"/>
          <p:nvPr/>
        </p:nvSpPr>
        <p:spPr>
          <a:xfrm>
            <a:off x="-436734" y="1443885"/>
            <a:ext cx="300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b="1" dirty="0">
                <a:latin typeface="Bernard MT Condensed" panose="02050806060905020404" pitchFamily="18" charset="77"/>
              </a:rPr>
              <a:t>1</a:t>
            </a:r>
          </a:p>
        </p:txBody>
      </p:sp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638AC9D4-EAE3-E4BA-457F-16D999C3AAD5}"/>
              </a:ext>
            </a:extLst>
          </p:cNvPr>
          <p:cNvGraphicFramePr>
            <a:graphicFrameLocks noGrp="1"/>
          </p:cNvGraphicFramePr>
          <p:nvPr/>
        </p:nvGraphicFramePr>
        <p:xfrm>
          <a:off x="7229003" y="168144"/>
          <a:ext cx="5915025" cy="3573780"/>
        </p:xfrm>
        <a:graphic>
          <a:graphicData uri="http://schemas.openxmlformats.org/drawingml/2006/table">
            <a:tbl>
              <a:tblPr/>
              <a:tblGrid>
                <a:gridCol w="1002360">
                  <a:extLst>
                    <a:ext uri="{9D8B030D-6E8A-4147-A177-3AD203B41FA5}">
                      <a16:colId xmlns:a16="http://schemas.microsoft.com/office/drawing/2014/main" val="3128446660"/>
                    </a:ext>
                  </a:extLst>
                </a:gridCol>
                <a:gridCol w="1002360">
                  <a:extLst>
                    <a:ext uri="{9D8B030D-6E8A-4147-A177-3AD203B41FA5}">
                      <a16:colId xmlns:a16="http://schemas.microsoft.com/office/drawing/2014/main" val="3992497641"/>
                    </a:ext>
                  </a:extLst>
                </a:gridCol>
                <a:gridCol w="1002360">
                  <a:extLst>
                    <a:ext uri="{9D8B030D-6E8A-4147-A177-3AD203B41FA5}">
                      <a16:colId xmlns:a16="http://schemas.microsoft.com/office/drawing/2014/main" val="3785203956"/>
                    </a:ext>
                  </a:extLst>
                </a:gridCol>
                <a:gridCol w="1002360">
                  <a:extLst>
                    <a:ext uri="{9D8B030D-6E8A-4147-A177-3AD203B41FA5}">
                      <a16:colId xmlns:a16="http://schemas.microsoft.com/office/drawing/2014/main" val="3873292633"/>
                    </a:ext>
                  </a:extLst>
                </a:gridCol>
                <a:gridCol w="1002360">
                  <a:extLst>
                    <a:ext uri="{9D8B030D-6E8A-4147-A177-3AD203B41FA5}">
                      <a16:colId xmlns:a16="http://schemas.microsoft.com/office/drawing/2014/main" val="3112252778"/>
                    </a:ext>
                  </a:extLst>
                </a:gridCol>
                <a:gridCol w="903225">
                  <a:extLst>
                    <a:ext uri="{9D8B030D-6E8A-4147-A177-3AD203B41FA5}">
                      <a16:colId xmlns:a16="http://schemas.microsoft.com/office/drawing/2014/main" val="14780230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</a:t>
                      </a:r>
                      <a:endParaRPr lang="fr-CA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</a:t>
                      </a:r>
                      <a:endParaRPr lang="fr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</a:t>
                      </a:r>
                      <a:endParaRPr lang="fr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</a:t>
                      </a:r>
                      <a:endParaRPr lang="fr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</a:t>
                      </a:r>
                      <a:endParaRPr lang="fr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</a:t>
                      </a:r>
                      <a:endParaRPr lang="fr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744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36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47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51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70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495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14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28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40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58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64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514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23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🐢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🐻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54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61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336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18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🐺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🦌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60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68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296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32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43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50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72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431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25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46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57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65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560927"/>
                  </a:ext>
                </a:extLst>
              </a:tr>
            </a:tbl>
          </a:graphicData>
        </a:graphic>
      </p:graphicFrame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FD8C059F-F461-A52A-F2B7-81F8A8A2D5A6}"/>
              </a:ext>
            </a:extLst>
          </p:cNvPr>
          <p:cNvGraphicFramePr>
            <a:graphicFrameLocks noGrp="1"/>
          </p:cNvGraphicFramePr>
          <p:nvPr/>
        </p:nvGraphicFramePr>
        <p:xfrm>
          <a:off x="7229003" y="4922489"/>
          <a:ext cx="5915025" cy="3573780"/>
        </p:xfrm>
        <a:graphic>
          <a:graphicData uri="http://schemas.openxmlformats.org/drawingml/2006/table">
            <a:tbl>
              <a:tblPr/>
              <a:tblGrid>
                <a:gridCol w="1002360">
                  <a:extLst>
                    <a:ext uri="{9D8B030D-6E8A-4147-A177-3AD203B41FA5}">
                      <a16:colId xmlns:a16="http://schemas.microsoft.com/office/drawing/2014/main" val="3954390382"/>
                    </a:ext>
                  </a:extLst>
                </a:gridCol>
                <a:gridCol w="1002360">
                  <a:extLst>
                    <a:ext uri="{9D8B030D-6E8A-4147-A177-3AD203B41FA5}">
                      <a16:colId xmlns:a16="http://schemas.microsoft.com/office/drawing/2014/main" val="1188959605"/>
                    </a:ext>
                  </a:extLst>
                </a:gridCol>
                <a:gridCol w="1002360">
                  <a:extLst>
                    <a:ext uri="{9D8B030D-6E8A-4147-A177-3AD203B41FA5}">
                      <a16:colId xmlns:a16="http://schemas.microsoft.com/office/drawing/2014/main" val="3215287667"/>
                    </a:ext>
                  </a:extLst>
                </a:gridCol>
                <a:gridCol w="1002360">
                  <a:extLst>
                    <a:ext uri="{9D8B030D-6E8A-4147-A177-3AD203B41FA5}">
                      <a16:colId xmlns:a16="http://schemas.microsoft.com/office/drawing/2014/main" val="1222667942"/>
                    </a:ext>
                  </a:extLst>
                </a:gridCol>
                <a:gridCol w="1002360">
                  <a:extLst>
                    <a:ext uri="{9D8B030D-6E8A-4147-A177-3AD203B41FA5}">
                      <a16:colId xmlns:a16="http://schemas.microsoft.com/office/drawing/2014/main" val="3507932333"/>
                    </a:ext>
                  </a:extLst>
                </a:gridCol>
                <a:gridCol w="903225">
                  <a:extLst>
                    <a:ext uri="{9D8B030D-6E8A-4147-A177-3AD203B41FA5}">
                      <a16:colId xmlns:a16="http://schemas.microsoft.com/office/drawing/2014/main" val="22612333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</a:t>
                      </a:r>
                      <a:endParaRPr lang="fr-CA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</a:t>
                      </a:r>
                      <a:endParaRPr lang="fr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</a:t>
                      </a:r>
                      <a:endParaRPr lang="fr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</a:t>
                      </a:r>
                      <a:endParaRPr lang="fr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</a:t>
                      </a:r>
                      <a:endParaRPr lang="fr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</a:t>
                      </a:r>
                      <a:endParaRPr lang="fr-CA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995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18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33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43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57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65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07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25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48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50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72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018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🐢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🐻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51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64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173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🐺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🦌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54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70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025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23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28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40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60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61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191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14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36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46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58</a:t>
                      </a:r>
                    </a:p>
                  </a:txBody>
                  <a:tcPr marR="114300"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A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68</a:t>
                      </a:r>
                    </a:p>
                  </a:txBody>
                  <a:tcPr marT="152400" marB="152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023085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CDFF4534-96E5-5D60-6211-323A83D580F7}"/>
              </a:ext>
            </a:extLst>
          </p:cNvPr>
          <p:cNvSpPr txBox="1"/>
          <p:nvPr/>
        </p:nvSpPr>
        <p:spPr>
          <a:xfrm>
            <a:off x="-437844" y="1990078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b="1" dirty="0">
                <a:latin typeface="Bernard MT Condensed" panose="02050806060905020404" pitchFamily="18" charset="77"/>
              </a:rPr>
              <a:t>9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57D00F8-3F0F-D097-005A-21005A01E4EF}"/>
              </a:ext>
            </a:extLst>
          </p:cNvPr>
          <p:cNvSpPr txBox="1"/>
          <p:nvPr/>
        </p:nvSpPr>
        <p:spPr>
          <a:xfrm>
            <a:off x="-445625" y="2542945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b="1" dirty="0">
                <a:latin typeface="Bernard MT Condensed" panose="02050806060905020404" pitchFamily="18" charset="77"/>
              </a:rPr>
              <a:t>5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EE1DEE3-A37C-1889-B37F-A82C8057B6DF}"/>
              </a:ext>
            </a:extLst>
          </p:cNvPr>
          <p:cNvSpPr txBox="1"/>
          <p:nvPr/>
        </p:nvSpPr>
        <p:spPr>
          <a:xfrm>
            <a:off x="-451978" y="3085985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b="1" dirty="0">
                <a:latin typeface="Bernard MT Condensed" panose="02050806060905020404" pitchFamily="18" charset="77"/>
              </a:rPr>
              <a:t>8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1BECE66-7666-76A9-0CC8-1023F6964BD1}"/>
              </a:ext>
            </a:extLst>
          </p:cNvPr>
          <p:cNvSpPr txBox="1"/>
          <p:nvPr/>
        </p:nvSpPr>
        <p:spPr>
          <a:xfrm>
            <a:off x="-453085" y="3638849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CA" sz="2400" b="1" dirty="0">
                <a:latin typeface="Bernard MT Condensed" panose="02050806060905020404" pitchFamily="18" charset="77"/>
              </a:rPr>
              <a:t>3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6CD0E67-234A-EFDD-13B3-7DD2A381F12F}"/>
              </a:ext>
            </a:extLst>
          </p:cNvPr>
          <p:cNvSpPr txBox="1"/>
          <p:nvPr/>
        </p:nvSpPr>
        <p:spPr>
          <a:xfrm>
            <a:off x="-494237" y="4185039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CA" sz="2400" b="1" dirty="0">
                <a:latin typeface="Bernard MT Condensed" panose="02050806060905020404" pitchFamily="18" charset="77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570191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91</Words>
  <Application>Microsoft Macintosh PowerPoint</Application>
  <PresentationFormat>Format Lettre (8,5 x 11 po)</PresentationFormat>
  <Paragraphs>91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Bernard MT Condensed</vt:lpstr>
      <vt:lpstr>Google Sans Text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Sylvain Lavertu</dc:creator>
  <cp:lastModifiedBy>Sylvain Lavertu</cp:lastModifiedBy>
  <cp:revision>2</cp:revision>
  <dcterms:created xsi:type="dcterms:W3CDTF">2026-03-21T17:06:26Z</dcterms:created>
  <dcterms:modified xsi:type="dcterms:W3CDTF">2026-03-21T17:07:43Z</dcterms:modified>
</cp:coreProperties>
</file>