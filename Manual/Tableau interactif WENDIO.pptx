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4658"/>
  </p:normalViewPr>
  <p:slideViewPr>
    <p:cSldViewPr snapToGrid="0">
      <p:cViewPr varScale="1">
        <p:scale>
          <a:sx n="102" d="100"/>
          <a:sy n="102" d="100"/>
        </p:scale>
        <p:origin x="174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FCFF3B-76A3-D582-407B-4CFF3D850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A555AD-6C63-D025-4D19-165862131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E6BCC0-45C3-7475-BAB1-D623EFDF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76E032-6F7D-A57A-3968-C14809F8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68C6C7-80B3-C960-A472-BF58E45C2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3847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318183-2FC0-D214-485C-68FEF705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603925-B616-83DB-4C6A-4A9303F3C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E65851-485A-20D4-6938-DFCFDA2A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762AA8-11F3-895B-FA2B-E3EB6B65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FF8DC9-CC84-F2FB-35BF-3B41BD7A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968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AAD54F-7325-5578-B124-6E03DF84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AED79F-9877-E03F-5043-C176F2035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627FD0-A3D3-F9B8-60A9-83521CEB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3467B7-8419-64B7-CC01-E0F96634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9F14C4-CBEC-2C68-C42A-72CEB8DD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946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DBAFB-15EF-8329-00AD-CF03FDEF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DB7EC-35FB-0268-22F2-18C592356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13CEB90-C027-C965-085D-FDEB72881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7A203C-9422-31F7-6DCA-3AE943B4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B1B87B-3711-BF3F-4771-92B2C8B32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0A9F5B-8E16-EB22-1010-14BC823D3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267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1D0C3-9EC7-6098-23F0-0F06793D4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9D08F2-1E6F-1C28-BCE5-8E3CDE93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AADED6A-7F64-7B46-E417-66F93859C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72A4938-E9F7-3FB2-66BA-031598FB9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4332F54-B56F-DED2-D750-9C1706B6B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224A102-D643-4482-4758-365FBD7B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E7923FB-6527-F366-0A8F-0306FAEC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A0778CE-A02B-D3D4-C850-1110712E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4096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83B96-7D88-FC7C-32F2-FD56B5D8A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5D9A3F-7BB7-57A2-F29B-300848F8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829ED9-E503-8FDC-66E7-CBF7363B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C3DE445-7A29-44F2-0BED-14168B21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6566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99191E-1F02-FCFA-CEBE-2EAE7506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AC0C9D-D404-C096-0CAC-3705D2B5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F0F20E-680D-2CD1-F9DE-428C3B2E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363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79B74-8C90-5562-8F2F-A7036F69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256EFF-5FB9-2C9C-AE8C-16882DF63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71F7486-C13E-7929-293B-77F6EFDBD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318E5-CC09-029D-51B5-0EFBEFA28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7CAA07-F339-8748-F0D0-4178FA235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C413EB-D4C2-A692-EBAB-5C55053B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9919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22E3C-A157-4214-4D7E-E97DCEABD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FAB364-8088-C87C-A3BB-463729577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7A7887-ABF7-579C-0C1B-E94F360E1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8C34D7-BA81-0EB1-7CCB-983C5923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4D885A-C103-4545-8898-3BA703DF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A6A983-70EF-D170-647B-8216E067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231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94BE9-18C2-12EF-85CE-355385283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D9FBE02-21D0-7CB1-0ED0-2DDB7C21F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090D32-C5B3-F504-C87B-68339FF0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4CC52-8CCD-1821-279D-8F42F8114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3B1FFE-A228-E576-1A6B-40C3EBDCA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9488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0DA592B-29E2-6A16-406A-E69FE89F2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8D29ED8-F030-6BD4-90C4-34A9350ED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ACB096-54D6-78B9-8559-54869EB9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C74A0C-5C01-C53D-D77A-A196912CE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6892AF-E910-B870-0A0A-0E3D8B9B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9852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182141C-64A1-155E-018C-7810A2B1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98163-4FBA-A994-9591-32A88C698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6E5EA5-BB11-C645-EE30-444B8C900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3D7D2-831B-5945-B8D8-929030595834}" type="datetimeFigureOut">
              <a:rPr lang="fr-CA" smtClean="0"/>
              <a:t>2026-03-21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E1C762-CB2D-C1BD-A4C2-51510FB38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DD1F30-C498-2A5C-99D3-2A8916D1D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C823D-A7D6-9341-944E-CBCC2614932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0272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microsoft.com/office/2007/relationships/hdphoto" Target="../media/hdphoto3.wdp"/><Relationship Id="rId12" Type="http://schemas.microsoft.com/office/2007/relationships/hdphoto" Target="../media/hdphoto7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microsoft.com/office/2007/relationships/hdphoto" Target="../media/hdphoto6.wdp"/><Relationship Id="rId5" Type="http://schemas.microsoft.com/office/2007/relationships/hdphoto" Target="../media/hdphoto1.wdp"/><Relationship Id="rId10" Type="http://schemas.microsoft.com/office/2007/relationships/hdphoto" Target="../media/hdphoto5.wdp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9.wdp"/><Relationship Id="rId11" Type="http://schemas.microsoft.com/office/2007/relationships/hdphoto" Target="../media/hdphoto11.wdp"/><Relationship Id="rId5" Type="http://schemas.microsoft.com/office/2007/relationships/hdphoto" Target="../media/hdphoto8.wdp"/><Relationship Id="rId10" Type="http://schemas.microsoft.com/office/2007/relationships/hdphoto" Target="../media/hdphoto10.wdp"/><Relationship Id="rId4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0FF81-DC01-667F-AAF6-E10BD7C5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4F9B2DD4-931F-3E9F-0402-FDB7AD35978A}"/>
              </a:ext>
            </a:extLst>
          </p:cNvPr>
          <p:cNvGrpSpPr/>
          <p:nvPr/>
        </p:nvGrpSpPr>
        <p:grpSpPr>
          <a:xfrm>
            <a:off x="1027058" y="137275"/>
            <a:ext cx="11095171" cy="864000"/>
            <a:chOff x="1001658" y="11927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E268A312-9E8F-27CF-F5F9-A6E98C7CE8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165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400" b="1" dirty="0">
                  <a:solidFill>
                    <a:schemeClr val="tx1"/>
                  </a:solidFill>
                  <a:latin typeface="Bernard MT Condensed" panose="02050806060905020404" pitchFamily="18" charset="77"/>
                </a:rPr>
                <a:t>1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A5E81D8B-631F-AE93-66AD-668339D60B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31764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6E136613-4FC9-9426-C53A-67EB01A789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1870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41927602-65B2-6A1C-9FF5-D2922FC22D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91976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529BD566-06F8-C8E9-1963-7DAF849FD6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2082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918EB1E9-CE17-A1AB-458C-AE755F2385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218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E58CCBCA-32C7-35F7-8736-156CB849BA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2294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48473FF6-F0FE-1937-62FD-0EC94F4338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2400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5A4C0847-99B2-39DB-AA7B-394B3F873E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2506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76168C46-0D70-6136-9C38-279AB56B3C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2612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ABF3E047-BA5E-9181-4C15-7041AC058A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271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D53C9BD0-C3E3-EE4B-94C6-85CE655D50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32829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912C697-8C35-2067-15BA-A8C4FE299A9C}"/>
              </a:ext>
            </a:extLst>
          </p:cNvPr>
          <p:cNvGrpSpPr/>
          <p:nvPr/>
        </p:nvGrpSpPr>
        <p:grpSpPr>
          <a:xfrm>
            <a:off x="1027058" y="1273965"/>
            <a:ext cx="11095171" cy="864000"/>
            <a:chOff x="1001658" y="125596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36A32201-D916-B1AE-43FB-D7119C0220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165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1A4C38E8-F15E-C29D-7921-7D550BA3F3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31764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62CACDFA-237D-7067-52F9-F73EAA7A5A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1870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B1A91E17-954D-F6F5-D947-9E7BF49E6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91976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1138EE24-64DB-71D1-4F15-E08E987D3D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2082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6CADEA5A-1D09-11A6-CB47-EBDD4009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218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34DA09FF-1FB3-9427-1118-6813F8139F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2294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1657C710-147F-ADC2-EE75-818F8D86C6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2400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AAD3494E-FBBB-A8A2-BFEB-A6F310156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2506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B34B9911-87DE-FBEB-87F3-A515D5C987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2612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8DCFB4BA-B5D9-25A1-68AD-1A4FB2361C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271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48A7B711-4E6E-D76B-5BC8-57ABAECAB2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32829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1D8AEDA8-2EED-2464-D0ED-F18D361F1838}"/>
              </a:ext>
            </a:extLst>
          </p:cNvPr>
          <p:cNvGrpSpPr/>
          <p:nvPr/>
        </p:nvGrpSpPr>
        <p:grpSpPr>
          <a:xfrm>
            <a:off x="1027058" y="2410655"/>
            <a:ext cx="11095171" cy="864000"/>
            <a:chOff x="903237" y="242865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25D20338-5AE7-7F2E-291F-4EC2E5CFD5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25</a:t>
              </a:r>
            </a:p>
          </p:txBody>
        </p:sp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25D52044-8887-CF8B-1E1E-A66D947029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41583F7F-CC73-60FA-D293-947D2A1EAC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C67FB94D-9896-AC3F-71FA-342E337F22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A956CF97-5528-513C-1127-A680916ECF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37878EB4-146A-EB10-BF02-03DADA1D33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001A50B0-4986-2D7B-FEC2-CC150CA7C3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CA9054B9-7B4F-1C78-839C-25FDC248CF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5E564DFB-5978-011D-446C-B542C7AF2D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6E1E33B8-8DFF-3318-9746-4225560FBB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6D58111A-AB74-5F73-E190-A6622AC362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CFCF9E1F-60D7-CD05-9482-0BDBF242CE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2089DBB2-4734-A6F4-2AA5-09D32FBF4630}"/>
              </a:ext>
            </a:extLst>
          </p:cNvPr>
          <p:cNvGrpSpPr/>
          <p:nvPr/>
        </p:nvGrpSpPr>
        <p:grpSpPr>
          <a:xfrm>
            <a:off x="1027058" y="354734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8EACF7DF-68F1-200A-297C-522A744DA9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AA950112-3EDD-1EA5-A207-482EB9938D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C6B8B07F-06FB-EFF4-B794-E9160D6FBB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553A85DE-77E8-2A0D-B231-DF04770B68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EFECA4EB-1FFB-C3C8-37D9-411BBDA9D1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B078EFE1-2C04-407E-042A-268DA82F6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0" name="Rectangle : coins arrondis 49">
              <a:extLst>
                <a:ext uri="{FF2B5EF4-FFF2-40B4-BE49-F238E27FC236}">
                  <a16:creationId xmlns:a16="http://schemas.microsoft.com/office/drawing/2014/main" id="{A2E581CA-DA65-606D-8CE8-7480D956FE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EBB5F451-3AA4-03FE-3E54-8F2662961B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E87CAF43-1313-DDBA-D4C0-32D2453783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D2FB0626-2543-1EA1-7E7A-1311BE0D4C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BFE1455D-2358-0379-2EC2-8F69974CC2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864C6459-B4B1-D695-2090-3C12D1ACC6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863DD333-DAE5-BEB5-D38B-E24BE62FB51A}"/>
              </a:ext>
            </a:extLst>
          </p:cNvPr>
          <p:cNvGrpSpPr/>
          <p:nvPr/>
        </p:nvGrpSpPr>
        <p:grpSpPr>
          <a:xfrm>
            <a:off x="1027058" y="468403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66" name="Rectangle : coins arrondis 65">
              <a:extLst>
                <a:ext uri="{FF2B5EF4-FFF2-40B4-BE49-F238E27FC236}">
                  <a16:creationId xmlns:a16="http://schemas.microsoft.com/office/drawing/2014/main" id="{1EC907DA-4295-6D51-0517-FA667CA950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E7FDE83B-A4A0-91DE-A91A-0A53A1FD61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E424A13D-94A7-90FB-CFF6-DFF3F8919B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9" name="Rectangle : coins arrondis 68">
              <a:extLst>
                <a:ext uri="{FF2B5EF4-FFF2-40B4-BE49-F238E27FC236}">
                  <a16:creationId xmlns:a16="http://schemas.microsoft.com/office/drawing/2014/main" id="{424EC925-5B67-9E82-35FB-672167B76F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0" name="Rectangle : coins arrondis 69">
              <a:extLst>
                <a:ext uri="{FF2B5EF4-FFF2-40B4-BE49-F238E27FC236}">
                  <a16:creationId xmlns:a16="http://schemas.microsoft.com/office/drawing/2014/main" id="{814C27DB-16BD-FB0D-8007-B6F42C4038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B3003A37-EF81-0187-DD51-476FE5571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CFA52296-0F39-EAE4-7E5D-D7359A055A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2A154586-D631-D828-0DA1-108ACFD355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4" name="Rectangle : coins arrondis 73">
              <a:extLst>
                <a:ext uri="{FF2B5EF4-FFF2-40B4-BE49-F238E27FC236}">
                  <a16:creationId xmlns:a16="http://schemas.microsoft.com/office/drawing/2014/main" id="{339EEC51-8D06-0F3B-68BC-48A9AF5D60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F1E55D9C-F8B9-6642-AC01-156016DCA8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16A8FF68-82AF-8F4E-E8C7-D1009C7834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7" name="Rectangle : coins arrondis 76">
              <a:extLst>
                <a:ext uri="{FF2B5EF4-FFF2-40B4-BE49-F238E27FC236}">
                  <a16:creationId xmlns:a16="http://schemas.microsoft.com/office/drawing/2014/main" id="{82DB757A-8247-0BF2-71CF-A75B213413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1822F55A-6E7C-6EDF-0B58-694BEDE03D8C}"/>
              </a:ext>
            </a:extLst>
          </p:cNvPr>
          <p:cNvGrpSpPr/>
          <p:nvPr/>
        </p:nvGrpSpPr>
        <p:grpSpPr>
          <a:xfrm>
            <a:off x="1027058" y="582972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79" name="Rectangle : coins arrondis 78">
              <a:extLst>
                <a:ext uri="{FF2B5EF4-FFF2-40B4-BE49-F238E27FC236}">
                  <a16:creationId xmlns:a16="http://schemas.microsoft.com/office/drawing/2014/main" id="{8025094A-63AB-9AB6-628B-FDA1045E58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0" name="Rectangle : coins arrondis 79">
              <a:extLst>
                <a:ext uri="{FF2B5EF4-FFF2-40B4-BE49-F238E27FC236}">
                  <a16:creationId xmlns:a16="http://schemas.microsoft.com/office/drawing/2014/main" id="{C8DCE799-DE05-7FAD-B258-EE797B302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1" name="Rectangle : coins arrondis 80">
              <a:extLst>
                <a:ext uri="{FF2B5EF4-FFF2-40B4-BE49-F238E27FC236}">
                  <a16:creationId xmlns:a16="http://schemas.microsoft.com/office/drawing/2014/main" id="{2DFC092F-6475-B427-ADFD-AEC9C95BE5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2" name="Rectangle : coins arrondis 81">
              <a:extLst>
                <a:ext uri="{FF2B5EF4-FFF2-40B4-BE49-F238E27FC236}">
                  <a16:creationId xmlns:a16="http://schemas.microsoft.com/office/drawing/2014/main" id="{52A363A0-8ACC-78D9-759B-19DF173BC5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3" name="Rectangle : coins arrondis 82">
              <a:extLst>
                <a:ext uri="{FF2B5EF4-FFF2-40B4-BE49-F238E27FC236}">
                  <a16:creationId xmlns:a16="http://schemas.microsoft.com/office/drawing/2014/main" id="{B69B9B33-C0FA-29CF-7D44-D0DC7CBF44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4" name="Rectangle : coins arrondis 83">
              <a:extLst>
                <a:ext uri="{FF2B5EF4-FFF2-40B4-BE49-F238E27FC236}">
                  <a16:creationId xmlns:a16="http://schemas.microsoft.com/office/drawing/2014/main" id="{80B1D2BD-D7E6-CF18-5019-CE5F229F0F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5" name="Rectangle : coins arrondis 84">
              <a:extLst>
                <a:ext uri="{FF2B5EF4-FFF2-40B4-BE49-F238E27FC236}">
                  <a16:creationId xmlns:a16="http://schemas.microsoft.com/office/drawing/2014/main" id="{919F36CF-8F70-536D-00E2-A0A4614A77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6" name="Rectangle : coins arrondis 85">
              <a:extLst>
                <a:ext uri="{FF2B5EF4-FFF2-40B4-BE49-F238E27FC236}">
                  <a16:creationId xmlns:a16="http://schemas.microsoft.com/office/drawing/2014/main" id="{925A9A56-9DCF-E9C0-D8CF-1BE7CF42E7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7" name="Rectangle : coins arrondis 86">
              <a:extLst>
                <a:ext uri="{FF2B5EF4-FFF2-40B4-BE49-F238E27FC236}">
                  <a16:creationId xmlns:a16="http://schemas.microsoft.com/office/drawing/2014/main" id="{79CB4EA2-3878-B6BA-737E-3C1D70633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8" name="Rectangle : coins arrondis 87">
              <a:extLst>
                <a:ext uri="{FF2B5EF4-FFF2-40B4-BE49-F238E27FC236}">
                  <a16:creationId xmlns:a16="http://schemas.microsoft.com/office/drawing/2014/main" id="{D8C290E5-1BB7-9D80-F24D-E307BE2F2D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9" name="Rectangle : coins arrondis 88">
              <a:extLst>
                <a:ext uri="{FF2B5EF4-FFF2-40B4-BE49-F238E27FC236}">
                  <a16:creationId xmlns:a16="http://schemas.microsoft.com/office/drawing/2014/main" id="{3028367A-73E1-22BD-9577-BE78443A5D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7690614F-F58D-61D8-D51C-BA9D891F5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pic>
        <p:nvPicPr>
          <p:cNvPr id="64" name="Image 63">
            <a:extLst>
              <a:ext uri="{FF2B5EF4-FFF2-40B4-BE49-F238E27FC236}">
                <a16:creationId xmlns:a16="http://schemas.microsoft.com/office/drawing/2014/main" id="{34FE33BF-D161-3C2C-BF11-31C532F4E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332120"/>
            <a:ext cx="540000" cy="540000"/>
          </a:xfrm>
          <a:prstGeom prst="rect">
            <a:avLst/>
          </a:prstGeom>
        </p:spPr>
      </p:pic>
      <p:pic>
        <p:nvPicPr>
          <p:cNvPr id="94" name="Image 93">
            <a:extLst>
              <a:ext uri="{FF2B5EF4-FFF2-40B4-BE49-F238E27FC236}">
                <a16:creationId xmlns:a16="http://schemas.microsoft.com/office/drawing/2014/main" id="{FC3E5781-FD17-73CA-4B0A-EEDE51B3A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1487820"/>
            <a:ext cx="540000" cy="540000"/>
          </a:xfrm>
          <a:prstGeom prst="rect">
            <a:avLst/>
          </a:prstGeom>
        </p:spPr>
      </p:pic>
      <p:pic>
        <p:nvPicPr>
          <p:cNvPr id="95" name="Image 94">
            <a:extLst>
              <a:ext uri="{FF2B5EF4-FFF2-40B4-BE49-F238E27FC236}">
                <a16:creationId xmlns:a16="http://schemas.microsoft.com/office/drawing/2014/main" id="{C9ACCACA-953A-9F45-B4A9-866BC2937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2592720"/>
            <a:ext cx="540000" cy="540000"/>
          </a:xfrm>
          <a:prstGeom prst="rect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6F854B97-FE55-3FA5-C351-153761A6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3748420"/>
            <a:ext cx="540000" cy="540000"/>
          </a:xfrm>
          <a:prstGeom prst="rect">
            <a:avLst/>
          </a:prstGeom>
        </p:spPr>
      </p:pic>
      <p:pic>
        <p:nvPicPr>
          <p:cNvPr id="97" name="Image 96">
            <a:extLst>
              <a:ext uri="{FF2B5EF4-FFF2-40B4-BE49-F238E27FC236}">
                <a16:creationId xmlns:a16="http://schemas.microsoft.com/office/drawing/2014/main" id="{593ED43F-A1FE-5819-8773-5E3DA66C0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4891420"/>
            <a:ext cx="540000" cy="540000"/>
          </a:xfrm>
          <a:prstGeom prst="rect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59B7B93B-C19E-85D1-BC13-2716D62A4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6928" y="6047120"/>
            <a:ext cx="540000" cy="540000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A14F2DD1-E78A-2339-2691-6B107AE49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3178" t="35809" r="73562" b="37524"/>
          <a:stretch>
            <a:fillRect/>
          </a:stretch>
        </p:blipFill>
        <p:spPr>
          <a:xfrm>
            <a:off x="37047" y="131787"/>
            <a:ext cx="785000" cy="900000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329FF65F-F462-E74B-74F7-FA62F37772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26370" t="35809" r="59852" b="37524"/>
          <a:stretch>
            <a:fillRect/>
          </a:stretch>
        </p:blipFill>
        <p:spPr>
          <a:xfrm>
            <a:off x="197048" y="1307820"/>
            <a:ext cx="464999" cy="900000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B83B63ED-02F4-629F-03A8-6B97FE40A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40130" t="35809" r="43975" b="37524"/>
          <a:stretch>
            <a:fillRect/>
          </a:stretch>
        </p:blipFill>
        <p:spPr>
          <a:xfrm>
            <a:off x="161321" y="2412720"/>
            <a:ext cx="536453" cy="900000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6808AC31-FC57-BAD4-DA6B-A422F94C5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55967" t="35809" r="28148" b="37524"/>
          <a:stretch>
            <a:fillRect/>
          </a:stretch>
        </p:blipFill>
        <p:spPr>
          <a:xfrm>
            <a:off x="161492" y="3517620"/>
            <a:ext cx="536111" cy="900000"/>
          </a:xfrm>
          <a:prstGeom prst="rect">
            <a:avLst/>
          </a:prstGeom>
        </p:spPr>
      </p:pic>
      <p:grpSp>
        <p:nvGrpSpPr>
          <p:cNvPr id="91" name="Groupe 90">
            <a:extLst>
              <a:ext uri="{FF2B5EF4-FFF2-40B4-BE49-F238E27FC236}">
                <a16:creationId xmlns:a16="http://schemas.microsoft.com/office/drawing/2014/main" id="{097F214F-26D5-0975-88B7-EAB35B4A4FB7}"/>
              </a:ext>
            </a:extLst>
          </p:cNvPr>
          <p:cNvGrpSpPr/>
          <p:nvPr/>
        </p:nvGrpSpPr>
        <p:grpSpPr>
          <a:xfrm>
            <a:off x="224660" y="4650180"/>
            <a:ext cx="409775" cy="900000"/>
            <a:chOff x="3998004" y="5390187"/>
            <a:chExt cx="409775" cy="724611"/>
          </a:xfrm>
        </p:grpSpPr>
        <p:pic>
          <p:nvPicPr>
            <p:cNvPr id="92" name="Image 91">
              <a:extLst>
                <a:ext uri="{FF2B5EF4-FFF2-40B4-BE49-F238E27FC236}">
                  <a16:creationId xmlns:a16="http://schemas.microsoft.com/office/drawing/2014/main" id="{4BB0634A-F437-4B83-21ED-8B999B9F9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6612" b="93388" l="8696" r="88406">
                          <a14:foregroundMark x1="43478" y1="92562" x2="70290" y2="87603"/>
                          <a14:foregroundMark x1="70290" y1="87603" x2="83333" y2="59504"/>
                          <a14:foregroundMark x1="83333" y1="59504" x2="77536" y2="28926"/>
                          <a14:foregroundMark x1="77536" y1="28926" x2="56522" y2="7438"/>
                          <a14:foregroundMark x1="56522" y1="7438" x2="28986" y2="12397"/>
                          <a14:foregroundMark x1="28986" y1="12397" x2="11594" y2="35537"/>
                          <a14:foregroundMark x1="11594" y1="35537" x2="12319" y2="67769"/>
                          <a14:foregroundMark x1="12319" y1="67769" x2="34783" y2="86777"/>
                          <a14:foregroundMark x1="34783" y1="86777" x2="46377" y2="90083"/>
                          <a14:foregroundMark x1="28986" y1="12397" x2="55797" y2="8264"/>
                          <a14:foregroundMark x1="55797" y1="8264" x2="57971" y2="8264"/>
                          <a14:foregroundMark x1="13043" y1="36364" x2="31884" y2="14050"/>
                          <a14:foregroundMark x1="13043" y1="29752" x2="29710" y2="13223"/>
                          <a14:foregroundMark x1="9420" y1="40496" x2="13768" y2="71074"/>
                          <a14:foregroundMark x1="13768" y1="71074" x2="19565" y2="76033"/>
                          <a14:foregroundMark x1="34058" y1="88430" x2="61594" y2="90083"/>
                          <a14:foregroundMark x1="61594" y1="90083" x2="76087" y2="81818"/>
                          <a14:foregroundMark x1="49275" y1="8264" x2="76087" y2="19835"/>
                          <a14:foregroundMark x1="76087" y1="19835" x2="86232" y2="49587"/>
                          <a14:foregroundMark x1="86232" y1="49587" x2="82609" y2="69421"/>
                          <a14:foregroundMark x1="63768" y1="92562" x2="34058" y2="90909"/>
                          <a14:foregroundMark x1="42029" y1="93388" x2="64493" y2="9256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98004" y="5390187"/>
              <a:ext cx="216000" cy="189392"/>
            </a:xfrm>
            <a:prstGeom prst="rect">
              <a:avLst/>
            </a:prstGeom>
          </p:spPr>
        </p:pic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7F6CC96E-5865-C3D4-10E1-273F1D33D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6612" b="93388" l="8696" r="88406">
                          <a14:foregroundMark x1="43478" y1="92562" x2="70290" y2="87603"/>
                          <a14:foregroundMark x1="70290" y1="87603" x2="83333" y2="59504"/>
                          <a14:foregroundMark x1="83333" y1="59504" x2="77536" y2="28926"/>
                          <a14:foregroundMark x1="77536" y1="28926" x2="56522" y2="7438"/>
                          <a14:foregroundMark x1="56522" y1="7438" x2="28986" y2="12397"/>
                          <a14:foregroundMark x1="28986" y1="12397" x2="11594" y2="35537"/>
                          <a14:foregroundMark x1="11594" y1="35537" x2="12319" y2="67769"/>
                          <a14:foregroundMark x1="12319" y1="67769" x2="34783" y2="86777"/>
                          <a14:foregroundMark x1="34783" y1="86777" x2="46377" y2="90083"/>
                          <a14:foregroundMark x1="28986" y1="12397" x2="55797" y2="8264"/>
                          <a14:foregroundMark x1="55797" y1="8264" x2="57971" y2="8264"/>
                          <a14:foregroundMark x1="13043" y1="36364" x2="31884" y2="14050"/>
                          <a14:foregroundMark x1="13043" y1="29752" x2="29710" y2="13223"/>
                          <a14:foregroundMark x1="9420" y1="40496" x2="13768" y2="71074"/>
                          <a14:foregroundMark x1="13768" y1="71074" x2="19565" y2="76033"/>
                          <a14:foregroundMark x1="34058" y1="88430" x2="61594" y2="90083"/>
                          <a14:foregroundMark x1="61594" y1="90083" x2="76087" y2="81818"/>
                          <a14:foregroundMark x1="49275" y1="8264" x2="76087" y2="19835"/>
                          <a14:foregroundMark x1="76087" y1="19835" x2="86232" y2="49587"/>
                          <a14:foregroundMark x1="86232" y1="49587" x2="82609" y2="69421"/>
                          <a14:foregroundMark x1="63768" y1="92562" x2="34058" y2="90909"/>
                          <a14:foregroundMark x1="42029" y1="93388" x2="64493" y2="9256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91779" y="5390187"/>
              <a:ext cx="216000" cy="189392"/>
            </a:xfrm>
            <a:prstGeom prst="rect">
              <a:avLst/>
            </a:prstGeom>
          </p:spPr>
        </p:pic>
        <p:pic>
          <p:nvPicPr>
            <p:cNvPr id="99" name="Image 98">
              <a:extLst>
                <a:ext uri="{FF2B5EF4-FFF2-40B4-BE49-F238E27FC236}">
                  <a16:creationId xmlns:a16="http://schemas.microsoft.com/office/drawing/2014/main" id="{622858B7-1292-3EB3-779B-5EDD7E47C073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9961" b="89844" l="5469" r="93945">
                          <a14:foregroundMark x1="6738" y1="40430" x2="8301" y2="54785"/>
                          <a14:foregroundMark x1="8301" y1="54785" x2="14746" y2="45898"/>
                          <a14:foregroundMark x1="6152" y1="43652" x2="5469" y2="37988"/>
                          <a14:foregroundMark x1="29883" y1="40430" x2="37109" y2="40234"/>
                          <a14:foregroundMark x1="37109" y1="40234" x2="37305" y2="40234"/>
                          <a14:foregroundMark x1="43750" y1="57031" x2="44531" y2="49414"/>
                          <a14:foregroundMark x1="44531" y1="49414" x2="48535" y2="50488"/>
                          <a14:foregroundMark x1="57715" y1="45313" x2="62891" y2="40234"/>
                          <a14:foregroundMark x1="62891" y1="40234" x2="63672" y2="40430"/>
                          <a14:foregroundMark x1="74707" y1="58203" x2="75000" y2="41113"/>
                          <a14:foregroundMark x1="82617" y1="56055" x2="89160" y2="58398"/>
                          <a14:foregroundMark x1="89160" y1="58398" x2="92871" y2="52246"/>
                          <a14:foregroundMark x1="92871" y1="52246" x2="93945" y2="45117"/>
                          <a14:foregroundMark x1="93945" y1="45117" x2="88867" y2="40234"/>
                          <a14:foregroundMark x1="88867" y1="40234" x2="82031" y2="42871"/>
                          <a14:foregroundMark x1="82031" y1="42871" x2="80371" y2="49805"/>
                          <a14:foregroundMark x1="80371" y1="49805" x2="80762" y2="51855"/>
                          <a14:backgroundMark x1="26172" y1="49414" x2="25488" y2="51172"/>
                          <a14:backgroundMark x1="25781" y1="43164" x2="26953" y2="44238"/>
                          <a14:backgroundMark x1="10156" y1="42773" x2="11230" y2="44531"/>
                          <a14:backgroundMark x1="18555" y1="49707" x2="18750" y2="48828"/>
                          <a14:backgroundMark x1="34961" y1="45215" x2="37891" y2="44922"/>
                          <a14:backgroundMark x1="46484" y1="52246" x2="46582" y2="53223"/>
                          <a14:backgroundMark x1="46387" y1="51172" x2="46289" y2="51660"/>
                          <a14:backgroundMark x1="56250" y1="59961" x2="55957" y2="56836"/>
                          <a14:backgroundMark x1="63086" y1="53906" x2="64160" y2="47559"/>
                          <a14:backgroundMark x1="63086" y1="44824" x2="62891" y2="44141"/>
                        </a14:backgroundRemoval>
                      </a14:imgEffect>
                    </a14:imgLayer>
                  </a14:imgProps>
                </a:ext>
              </a:extLst>
            </a:blip>
            <a:srcRect l="71713" t="35809" r="22160" b="37524"/>
            <a:stretch>
              <a:fillRect/>
            </a:stretch>
          </p:blipFill>
          <p:spPr>
            <a:xfrm>
              <a:off x="4094987" y="5504740"/>
              <a:ext cx="216000" cy="610058"/>
            </a:xfrm>
            <a:prstGeom prst="rect">
              <a:avLst/>
            </a:prstGeom>
          </p:spPr>
        </p:pic>
      </p:grpSp>
      <p:pic>
        <p:nvPicPr>
          <p:cNvPr id="100" name="Image 99">
            <a:extLst>
              <a:ext uri="{FF2B5EF4-FFF2-40B4-BE49-F238E27FC236}">
                <a16:creationId xmlns:a16="http://schemas.microsoft.com/office/drawing/2014/main" id="{23530E0C-697B-894B-8986-AFA9F61969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77840" t="35809" r="4477" b="37524"/>
          <a:stretch>
            <a:fillRect/>
          </a:stretch>
        </p:blipFill>
        <p:spPr>
          <a:xfrm>
            <a:off x="131157" y="5826213"/>
            <a:ext cx="59678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4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302AD-F587-13D2-E7C2-066B8B66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e 58">
            <a:extLst>
              <a:ext uri="{FF2B5EF4-FFF2-40B4-BE49-F238E27FC236}">
                <a16:creationId xmlns:a16="http://schemas.microsoft.com/office/drawing/2014/main" id="{04F1D6D6-AC1D-3CFA-8ECB-C46106E1F8D9}"/>
              </a:ext>
            </a:extLst>
          </p:cNvPr>
          <p:cNvGrpSpPr/>
          <p:nvPr/>
        </p:nvGrpSpPr>
        <p:grpSpPr>
          <a:xfrm>
            <a:off x="1027058" y="137275"/>
            <a:ext cx="11095171" cy="864000"/>
            <a:chOff x="1001658" y="11927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E1D98D2F-5DEA-689B-08DF-E8CE3C171E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165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400" b="1" dirty="0">
                  <a:solidFill>
                    <a:schemeClr val="tx1"/>
                  </a:solidFill>
                  <a:latin typeface="Bernard MT Condensed" panose="02050806060905020404" pitchFamily="18" charset="77"/>
                </a:rPr>
                <a:t>1</a:t>
              </a:r>
            </a:p>
          </p:txBody>
        </p:sp>
        <p:sp>
          <p:nvSpPr>
            <p:cNvPr id="9" name="Rectangle : coins arrondis 8">
              <a:extLst>
                <a:ext uri="{FF2B5EF4-FFF2-40B4-BE49-F238E27FC236}">
                  <a16:creationId xmlns:a16="http://schemas.microsoft.com/office/drawing/2014/main" id="{6123D3E3-DD79-2A55-6729-5131742F7D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31764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4AD7C05D-9EC9-C889-532A-DF7FDDF6B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1870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A6A23242-83A9-F658-206D-9C2FDB6FFA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91976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2A017DBE-E334-CF05-BCAD-18626A12D8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2082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3" name="Rectangle : coins arrondis 12">
              <a:extLst>
                <a:ext uri="{FF2B5EF4-FFF2-40B4-BE49-F238E27FC236}">
                  <a16:creationId xmlns:a16="http://schemas.microsoft.com/office/drawing/2014/main" id="{BAB556C1-C0C4-84B4-7B40-ECA00F199E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218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9E21DCA3-8943-DC06-09AE-20712BC651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2294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98F4B57E-7F36-50C3-D46E-68A7A16808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2400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BBA0E993-ADD2-5012-93FB-942DE765A9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2506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7BAF5DE0-B704-90AB-4872-D2EC3B65DF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2612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E39A4EC2-9565-1C0C-E038-466E326EFB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2718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8C2FA388-9B1C-33D9-CAE3-12326089F8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32829" y="11927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12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BCCEBA0F-7840-7948-5AE1-B512356371DC}"/>
              </a:ext>
            </a:extLst>
          </p:cNvPr>
          <p:cNvGrpSpPr/>
          <p:nvPr/>
        </p:nvGrpSpPr>
        <p:grpSpPr>
          <a:xfrm>
            <a:off x="1027058" y="1273965"/>
            <a:ext cx="11095171" cy="864000"/>
            <a:chOff x="1001658" y="125596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091A9254-E557-B668-FB91-AA28817F22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165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73D07DD5-C31B-09F2-19E5-77DE0B043B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31764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556363FE-E1FD-4895-278C-A8E4EE49A4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61870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3E8810BC-AD6C-C125-6DAB-DB951B36E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91976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CB19F42-AD75-03F1-0B48-C475BF30D5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22082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5" name="Rectangle : coins arrondis 24">
              <a:extLst>
                <a:ext uri="{FF2B5EF4-FFF2-40B4-BE49-F238E27FC236}">
                  <a16:creationId xmlns:a16="http://schemas.microsoft.com/office/drawing/2014/main" id="{710C08B7-E0A9-4CB8-5A98-982872BAF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218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EF9B851E-9AE2-D1FB-A89C-BF552ECF1B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82294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nard MT Condensed" panose="02050806060905020404" pitchFamily="18" charset="77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1F8A869B-4D14-9F80-DFE3-6110F77FE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12400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4B85E45D-D060-2873-3AA3-BF913BA893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2506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6C25C785-7175-9BFF-5249-CD1C2E8ED6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372612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2E8939CD-563A-72BD-ED01-7E036FE57A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02718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21CFE2BE-3B21-BD95-C899-A566B8C1E9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32829" y="125596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DC7E21F7-C068-EBAC-2A83-6E98E6DF2E6B}"/>
              </a:ext>
            </a:extLst>
          </p:cNvPr>
          <p:cNvGrpSpPr/>
          <p:nvPr/>
        </p:nvGrpSpPr>
        <p:grpSpPr>
          <a:xfrm>
            <a:off x="1027058" y="2410655"/>
            <a:ext cx="11095171" cy="864000"/>
            <a:chOff x="903237" y="242865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EE857100-87D9-C28C-EF70-C09CE1D900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25</a:t>
              </a:r>
            </a:p>
          </p:txBody>
        </p:sp>
        <p:sp>
          <p:nvSpPr>
            <p:cNvPr id="33" name="Rectangle : coins arrondis 32">
              <a:extLst>
                <a:ext uri="{FF2B5EF4-FFF2-40B4-BE49-F238E27FC236}">
                  <a16:creationId xmlns:a16="http://schemas.microsoft.com/office/drawing/2014/main" id="{2CE5A5D3-A727-D914-8987-554F3DE086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E1436ECF-21EC-8749-A888-7784DC4525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6579380A-6DB3-1198-8F5C-B922509725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6D7523A2-A120-B07F-778D-ACA06C627B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29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7" name="Rectangle : coins arrondis 36">
              <a:extLst>
                <a:ext uri="{FF2B5EF4-FFF2-40B4-BE49-F238E27FC236}">
                  <a16:creationId xmlns:a16="http://schemas.microsoft.com/office/drawing/2014/main" id="{8C145E62-9AED-9208-F014-8E5C8E8AFA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E7B3AE76-1F38-123C-37CA-3CADEF842E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1815D75C-EC4B-581C-5C20-37BF2085FF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0" name="Rectangle : coins arrondis 39">
              <a:extLst>
                <a:ext uri="{FF2B5EF4-FFF2-40B4-BE49-F238E27FC236}">
                  <a16:creationId xmlns:a16="http://schemas.microsoft.com/office/drawing/2014/main" id="{2A6A8E92-8F59-9B8D-D6E6-8517E94512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542A2F24-CD9D-0E81-7E08-79118628A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B7DBDE85-1D45-7A86-6FFE-09903C6855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EC80384B-E46E-08B0-92E2-532E0196C3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242865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E84DDD46-9792-ED61-0C37-50575761EB32}"/>
              </a:ext>
            </a:extLst>
          </p:cNvPr>
          <p:cNvGrpSpPr/>
          <p:nvPr/>
        </p:nvGrpSpPr>
        <p:grpSpPr>
          <a:xfrm>
            <a:off x="1027058" y="354734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6E27EB6F-219D-5ED6-A478-4C1FFA9AE1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5" name="Rectangle : coins arrondis 44">
              <a:extLst>
                <a:ext uri="{FF2B5EF4-FFF2-40B4-BE49-F238E27FC236}">
                  <a16:creationId xmlns:a16="http://schemas.microsoft.com/office/drawing/2014/main" id="{7FD5F934-4D2F-3982-426D-0D0EC7C346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6D03CB5D-51C6-EC76-BE74-DD2BC23876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39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58FA4871-897D-7DAD-A14E-6B338324AD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8" name="Rectangle : coins arrondis 47">
              <a:extLst>
                <a:ext uri="{FF2B5EF4-FFF2-40B4-BE49-F238E27FC236}">
                  <a16:creationId xmlns:a16="http://schemas.microsoft.com/office/drawing/2014/main" id="{2809C4CD-831C-22DE-138D-CD4879275C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B88A56FB-2717-4129-8BDD-855364E423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0" name="Rectangle : coins arrondis 49">
              <a:extLst>
                <a:ext uri="{FF2B5EF4-FFF2-40B4-BE49-F238E27FC236}">
                  <a16:creationId xmlns:a16="http://schemas.microsoft.com/office/drawing/2014/main" id="{1CDE8C66-FCE6-F3B1-C056-248A9AF089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14EC792F-FA35-E696-C81A-B067B40028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351011F6-4C6B-FA0F-8B5A-09D680EF9A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3" name="Rectangle : coins arrondis 52">
              <a:extLst>
                <a:ext uri="{FF2B5EF4-FFF2-40B4-BE49-F238E27FC236}">
                  <a16:creationId xmlns:a16="http://schemas.microsoft.com/office/drawing/2014/main" id="{4133E457-D531-7426-223F-20D25D9BA0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4" name="Rectangle : coins arrondis 53">
              <a:extLst>
                <a:ext uri="{FF2B5EF4-FFF2-40B4-BE49-F238E27FC236}">
                  <a16:creationId xmlns:a16="http://schemas.microsoft.com/office/drawing/2014/main" id="{0F495EA0-BA92-5DFB-D95C-6EAA6DF61F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CC307487-D717-4EAB-98F9-7115571821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BAB95D03-2EC3-FE62-C0F7-2E7AF773C783}"/>
              </a:ext>
            </a:extLst>
          </p:cNvPr>
          <p:cNvGrpSpPr/>
          <p:nvPr/>
        </p:nvGrpSpPr>
        <p:grpSpPr>
          <a:xfrm>
            <a:off x="1027058" y="468403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66" name="Rectangle : coins arrondis 65">
              <a:extLst>
                <a:ext uri="{FF2B5EF4-FFF2-40B4-BE49-F238E27FC236}">
                  <a16:creationId xmlns:a16="http://schemas.microsoft.com/office/drawing/2014/main" id="{536A4B72-85C3-065B-663A-7CE2019506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49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7" name="Rectangle : coins arrondis 66">
              <a:extLst>
                <a:ext uri="{FF2B5EF4-FFF2-40B4-BE49-F238E27FC236}">
                  <a16:creationId xmlns:a16="http://schemas.microsoft.com/office/drawing/2014/main" id="{4A67406F-C83B-5434-7015-CFA9B8B941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8" name="Rectangle : coins arrondis 67">
              <a:extLst>
                <a:ext uri="{FF2B5EF4-FFF2-40B4-BE49-F238E27FC236}">
                  <a16:creationId xmlns:a16="http://schemas.microsoft.com/office/drawing/2014/main" id="{26447860-1945-B0FD-6F0E-00C3FC3936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69" name="Rectangle : coins arrondis 68">
              <a:extLst>
                <a:ext uri="{FF2B5EF4-FFF2-40B4-BE49-F238E27FC236}">
                  <a16:creationId xmlns:a16="http://schemas.microsoft.com/office/drawing/2014/main" id="{06B313F7-55A8-FD6E-8A61-D5245333C2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0" name="Rectangle : coins arrondis 69">
              <a:extLst>
                <a:ext uri="{FF2B5EF4-FFF2-40B4-BE49-F238E27FC236}">
                  <a16:creationId xmlns:a16="http://schemas.microsoft.com/office/drawing/2014/main" id="{784F999D-4B5B-C2DE-C394-2F841CA56F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1" name="Rectangle : coins arrondis 70">
              <a:extLst>
                <a:ext uri="{FF2B5EF4-FFF2-40B4-BE49-F238E27FC236}">
                  <a16:creationId xmlns:a16="http://schemas.microsoft.com/office/drawing/2014/main" id="{DCD7A0A4-2D27-9B87-0DDC-1C0F1C7A0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690A0AE3-2C20-C0DD-6106-699410E78D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22C53A07-EEC2-1C50-4E91-327AC8F97B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4" name="Rectangle : coins arrondis 73">
              <a:extLst>
                <a:ext uri="{FF2B5EF4-FFF2-40B4-BE49-F238E27FC236}">
                  <a16:creationId xmlns:a16="http://schemas.microsoft.com/office/drawing/2014/main" id="{C64DC55A-99D8-A7E0-BC30-D7D6C9444C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DC1CFCDE-51ED-B99D-3C07-693263EBEA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6" name="Rectangle : coins arrondis 75">
              <a:extLst>
                <a:ext uri="{FF2B5EF4-FFF2-40B4-BE49-F238E27FC236}">
                  <a16:creationId xmlns:a16="http://schemas.microsoft.com/office/drawing/2014/main" id="{0906B298-2F3A-F5B7-E755-2323DF16B9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59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77" name="Rectangle : coins arrondis 76">
              <a:extLst>
                <a:ext uri="{FF2B5EF4-FFF2-40B4-BE49-F238E27FC236}">
                  <a16:creationId xmlns:a16="http://schemas.microsoft.com/office/drawing/2014/main" id="{A35D3FC9-EC84-B128-118D-1B72496A9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3529B8C4-FC07-56EC-DF4E-62A6F065674B}"/>
              </a:ext>
            </a:extLst>
          </p:cNvPr>
          <p:cNvGrpSpPr/>
          <p:nvPr/>
        </p:nvGrpSpPr>
        <p:grpSpPr>
          <a:xfrm>
            <a:off x="1027058" y="5829725"/>
            <a:ext cx="11095171" cy="864000"/>
            <a:chOff x="903237" y="3565345"/>
            <a:chExt cx="11095171" cy="864000"/>
          </a:xfrm>
          <a:solidFill>
            <a:schemeClr val="bg1">
              <a:lumMod val="85000"/>
            </a:schemeClr>
          </a:solidFill>
        </p:grpSpPr>
        <p:sp>
          <p:nvSpPr>
            <p:cNvPr id="79" name="Rectangle : coins arrondis 78">
              <a:extLst>
                <a:ext uri="{FF2B5EF4-FFF2-40B4-BE49-F238E27FC236}">
                  <a16:creationId xmlns:a16="http://schemas.microsoft.com/office/drawing/2014/main" id="{0068294E-1FE6-F624-DB9E-A1140B8CFF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323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0" name="Rectangle : coins arrondis 79">
              <a:extLst>
                <a:ext uri="{FF2B5EF4-FFF2-40B4-BE49-F238E27FC236}">
                  <a16:creationId xmlns:a16="http://schemas.microsoft.com/office/drawing/2014/main" id="{16F38817-E91A-4F4A-D194-2047835E87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3334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1" name="Rectangle : coins arrondis 80">
              <a:extLst>
                <a:ext uri="{FF2B5EF4-FFF2-40B4-BE49-F238E27FC236}">
                  <a16:creationId xmlns:a16="http://schemas.microsoft.com/office/drawing/2014/main" id="{1E086DD4-A69C-DFF1-1840-4A7B9887F5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344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63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2" name="Rectangle : coins arrondis 81">
              <a:extLst>
                <a:ext uri="{FF2B5EF4-FFF2-40B4-BE49-F238E27FC236}">
                  <a16:creationId xmlns:a16="http://schemas.microsoft.com/office/drawing/2014/main" id="{AC4FF23B-6C7E-AFDB-6E4D-6F2A6E77C7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9355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64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3" name="Rectangle : coins arrondis 82">
              <a:extLst>
                <a:ext uri="{FF2B5EF4-FFF2-40B4-BE49-F238E27FC236}">
                  <a16:creationId xmlns:a16="http://schemas.microsoft.com/office/drawing/2014/main" id="{B7611DD7-A6EB-E39F-1BDF-7441A527BB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2366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65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4" name="Rectangle : coins arrondis 83">
              <a:extLst>
                <a:ext uri="{FF2B5EF4-FFF2-40B4-BE49-F238E27FC236}">
                  <a16:creationId xmlns:a16="http://schemas.microsoft.com/office/drawing/2014/main" id="{92FF3745-3483-3954-5B75-1119419FAC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5376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66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5" name="Rectangle : coins arrondis 84">
              <a:extLst>
                <a:ext uri="{FF2B5EF4-FFF2-40B4-BE49-F238E27FC236}">
                  <a16:creationId xmlns:a16="http://schemas.microsoft.com/office/drawing/2014/main" id="{EFC6BBDA-3BB9-A7AA-759D-A1065BF09D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83873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67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6" name="Rectangle : coins arrondis 85">
              <a:extLst>
                <a:ext uri="{FF2B5EF4-FFF2-40B4-BE49-F238E27FC236}">
                  <a16:creationId xmlns:a16="http://schemas.microsoft.com/office/drawing/2014/main" id="{4DC1113C-B5E0-1611-6AEF-130B0F5E676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13979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68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7" name="Rectangle : coins arrondis 86">
              <a:extLst>
                <a:ext uri="{FF2B5EF4-FFF2-40B4-BE49-F238E27FC236}">
                  <a16:creationId xmlns:a16="http://schemas.microsoft.com/office/drawing/2014/main" id="{769BA4E8-650A-AFE8-097D-C588802791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4085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69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8" name="Rectangle : coins arrondis 87">
              <a:extLst>
                <a:ext uri="{FF2B5EF4-FFF2-40B4-BE49-F238E27FC236}">
                  <a16:creationId xmlns:a16="http://schemas.microsoft.com/office/drawing/2014/main" id="{2C002F5E-ED86-34CF-80C9-CEFACF3077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4191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70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89" name="Rectangle : coins arrondis 88">
              <a:extLst>
                <a:ext uri="{FF2B5EF4-FFF2-40B4-BE49-F238E27FC236}">
                  <a16:creationId xmlns:a16="http://schemas.microsoft.com/office/drawing/2014/main" id="{1B8B5D81-A012-4258-3C64-9C0162D18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04297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71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BDB52FF2-BC8B-92F2-B2F8-917EBC2007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34408" y="3565345"/>
              <a:ext cx="864000" cy="864000"/>
            </a:xfrm>
            <a:prstGeom prst="roundRect">
              <a:avLst>
                <a:gd name="adj" fmla="val 17754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CA" sz="4400" b="1" dirty="0">
                  <a:solidFill>
                    <a:prstClr val="black"/>
                  </a:solidFill>
                  <a:latin typeface="Bernard MT Condensed" panose="02050806060905020404" pitchFamily="18" charset="77"/>
                </a:rPr>
                <a:t>72</a:t>
              </a:r>
              <a:endPara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endParaRPr>
            </a:p>
          </p:txBody>
        </p:sp>
      </p:grpSp>
      <p:pic>
        <p:nvPicPr>
          <p:cNvPr id="64" name="Image 63">
            <a:extLst>
              <a:ext uri="{FF2B5EF4-FFF2-40B4-BE49-F238E27FC236}">
                <a16:creationId xmlns:a16="http://schemas.microsoft.com/office/drawing/2014/main" id="{332F7B29-2B6C-738A-060B-8D57E0986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332120"/>
            <a:ext cx="540000" cy="540000"/>
          </a:xfrm>
          <a:prstGeom prst="rect">
            <a:avLst/>
          </a:prstGeom>
        </p:spPr>
      </p:pic>
      <p:pic>
        <p:nvPicPr>
          <p:cNvPr id="94" name="Image 93">
            <a:extLst>
              <a:ext uri="{FF2B5EF4-FFF2-40B4-BE49-F238E27FC236}">
                <a16:creationId xmlns:a16="http://schemas.microsoft.com/office/drawing/2014/main" id="{FD18C3E8-85DD-2DEC-7C37-ACD7F0861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1487820"/>
            <a:ext cx="540000" cy="540000"/>
          </a:xfrm>
          <a:prstGeom prst="rect">
            <a:avLst/>
          </a:prstGeom>
        </p:spPr>
      </p:pic>
      <p:pic>
        <p:nvPicPr>
          <p:cNvPr id="95" name="Image 94">
            <a:extLst>
              <a:ext uri="{FF2B5EF4-FFF2-40B4-BE49-F238E27FC236}">
                <a16:creationId xmlns:a16="http://schemas.microsoft.com/office/drawing/2014/main" id="{0F0AF9A9-76C4-FB28-F558-AB3FB2E03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2592720"/>
            <a:ext cx="540000" cy="540000"/>
          </a:xfrm>
          <a:prstGeom prst="rect">
            <a:avLst/>
          </a:prstGeom>
        </p:spPr>
      </p:pic>
      <p:pic>
        <p:nvPicPr>
          <p:cNvPr id="96" name="Image 95">
            <a:extLst>
              <a:ext uri="{FF2B5EF4-FFF2-40B4-BE49-F238E27FC236}">
                <a16:creationId xmlns:a16="http://schemas.microsoft.com/office/drawing/2014/main" id="{359F3FE7-E377-F44F-35B3-54AE1CA95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3748420"/>
            <a:ext cx="540000" cy="540000"/>
          </a:xfrm>
          <a:prstGeom prst="rect">
            <a:avLst/>
          </a:prstGeom>
        </p:spPr>
      </p:pic>
      <p:pic>
        <p:nvPicPr>
          <p:cNvPr id="97" name="Image 96">
            <a:extLst>
              <a:ext uri="{FF2B5EF4-FFF2-40B4-BE49-F238E27FC236}">
                <a16:creationId xmlns:a16="http://schemas.microsoft.com/office/drawing/2014/main" id="{D865DE1D-16B4-2B18-C2D5-A850E1F62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8828" y="4891420"/>
            <a:ext cx="540000" cy="540000"/>
          </a:xfrm>
          <a:prstGeom prst="rect">
            <a:avLst/>
          </a:prstGeom>
        </p:spPr>
      </p:pic>
      <p:pic>
        <p:nvPicPr>
          <p:cNvPr id="98" name="Image 97">
            <a:extLst>
              <a:ext uri="{FF2B5EF4-FFF2-40B4-BE49-F238E27FC236}">
                <a16:creationId xmlns:a16="http://schemas.microsoft.com/office/drawing/2014/main" id="{A397DD00-1101-CE05-CC03-656D604FF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6928" y="6047120"/>
            <a:ext cx="540000" cy="540000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7F704C41-6794-FFDA-AEA8-3134F9CAF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3178" t="35809" r="73562" b="37524"/>
          <a:stretch>
            <a:fillRect/>
          </a:stretch>
        </p:blipFill>
        <p:spPr>
          <a:xfrm>
            <a:off x="37047" y="131787"/>
            <a:ext cx="785000" cy="900000"/>
          </a:xfrm>
          <a:prstGeom prst="rect">
            <a:avLst/>
          </a:prstGeom>
        </p:spPr>
      </p:pic>
      <p:pic>
        <p:nvPicPr>
          <p:cNvPr id="61" name="Image 60">
            <a:extLst>
              <a:ext uri="{FF2B5EF4-FFF2-40B4-BE49-F238E27FC236}">
                <a16:creationId xmlns:a16="http://schemas.microsoft.com/office/drawing/2014/main" id="{94ED243F-BBEB-10A5-A9B3-811C410B83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26370" t="35809" r="59852" b="37524"/>
          <a:stretch>
            <a:fillRect/>
          </a:stretch>
        </p:blipFill>
        <p:spPr>
          <a:xfrm>
            <a:off x="197048" y="1307820"/>
            <a:ext cx="464999" cy="900000"/>
          </a:xfrm>
          <a:prstGeom prst="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8AB44C34-2612-2E9C-0E54-97DA8B83D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40130" t="35809" r="43975" b="37524"/>
          <a:stretch>
            <a:fillRect/>
          </a:stretch>
        </p:blipFill>
        <p:spPr>
          <a:xfrm>
            <a:off x="161321" y="2412720"/>
            <a:ext cx="536453" cy="900000"/>
          </a:xfrm>
          <a:prstGeom prst="rect">
            <a:avLst/>
          </a:prstGeom>
        </p:spPr>
      </p:pic>
      <p:pic>
        <p:nvPicPr>
          <p:cNvPr id="63" name="Image 62">
            <a:extLst>
              <a:ext uri="{FF2B5EF4-FFF2-40B4-BE49-F238E27FC236}">
                <a16:creationId xmlns:a16="http://schemas.microsoft.com/office/drawing/2014/main" id="{AC8A8162-9B20-CF1A-42A6-D045806D6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55967" t="35809" r="28148" b="37524"/>
          <a:stretch>
            <a:fillRect/>
          </a:stretch>
        </p:blipFill>
        <p:spPr>
          <a:xfrm>
            <a:off x="161492" y="3517620"/>
            <a:ext cx="536111" cy="900000"/>
          </a:xfrm>
          <a:prstGeom prst="rect">
            <a:avLst/>
          </a:prstGeom>
        </p:spPr>
      </p:pic>
      <p:grpSp>
        <p:nvGrpSpPr>
          <p:cNvPr id="91" name="Groupe 90">
            <a:extLst>
              <a:ext uri="{FF2B5EF4-FFF2-40B4-BE49-F238E27FC236}">
                <a16:creationId xmlns:a16="http://schemas.microsoft.com/office/drawing/2014/main" id="{2E1FC3A1-5B03-1B50-97C4-32EAF7AB1401}"/>
              </a:ext>
            </a:extLst>
          </p:cNvPr>
          <p:cNvGrpSpPr/>
          <p:nvPr/>
        </p:nvGrpSpPr>
        <p:grpSpPr>
          <a:xfrm>
            <a:off x="224660" y="4650180"/>
            <a:ext cx="409775" cy="900000"/>
            <a:chOff x="3998004" y="5390187"/>
            <a:chExt cx="409775" cy="724611"/>
          </a:xfrm>
        </p:grpSpPr>
        <p:pic>
          <p:nvPicPr>
            <p:cNvPr id="92" name="Image 91">
              <a:extLst>
                <a:ext uri="{FF2B5EF4-FFF2-40B4-BE49-F238E27FC236}">
                  <a16:creationId xmlns:a16="http://schemas.microsoft.com/office/drawing/2014/main" id="{ED3189D2-DF41-4097-89A4-25CB232A3D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6612" b="93388" l="8696" r="88406">
                          <a14:foregroundMark x1="43478" y1="92562" x2="70290" y2="87603"/>
                          <a14:foregroundMark x1="70290" y1="87603" x2="83333" y2="59504"/>
                          <a14:foregroundMark x1="83333" y1="59504" x2="77536" y2="28926"/>
                          <a14:foregroundMark x1="77536" y1="28926" x2="56522" y2="7438"/>
                          <a14:foregroundMark x1="56522" y1="7438" x2="28986" y2="12397"/>
                          <a14:foregroundMark x1="28986" y1="12397" x2="11594" y2="35537"/>
                          <a14:foregroundMark x1="11594" y1="35537" x2="12319" y2="67769"/>
                          <a14:foregroundMark x1="12319" y1="67769" x2="34783" y2="86777"/>
                          <a14:foregroundMark x1="34783" y1="86777" x2="46377" y2="90083"/>
                          <a14:foregroundMark x1="28986" y1="12397" x2="55797" y2="8264"/>
                          <a14:foregroundMark x1="55797" y1="8264" x2="57971" y2="8264"/>
                          <a14:foregroundMark x1="13043" y1="36364" x2="31884" y2="14050"/>
                          <a14:foregroundMark x1="13043" y1="29752" x2="29710" y2="13223"/>
                          <a14:foregroundMark x1="9420" y1="40496" x2="13768" y2="71074"/>
                          <a14:foregroundMark x1="13768" y1="71074" x2="19565" y2="76033"/>
                          <a14:foregroundMark x1="34058" y1="88430" x2="61594" y2="90083"/>
                          <a14:foregroundMark x1="61594" y1="90083" x2="76087" y2="81818"/>
                          <a14:foregroundMark x1="49275" y1="8264" x2="76087" y2="19835"/>
                          <a14:foregroundMark x1="76087" y1="19835" x2="86232" y2="49587"/>
                          <a14:foregroundMark x1="86232" y1="49587" x2="82609" y2="69421"/>
                          <a14:foregroundMark x1="63768" y1="92562" x2="34058" y2="90909"/>
                          <a14:foregroundMark x1="42029" y1="93388" x2="64493" y2="9256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98004" y="5390187"/>
              <a:ext cx="216000" cy="189392"/>
            </a:xfrm>
            <a:prstGeom prst="rect">
              <a:avLst/>
            </a:prstGeom>
          </p:spPr>
        </p:pic>
        <p:pic>
          <p:nvPicPr>
            <p:cNvPr id="93" name="Image 92">
              <a:extLst>
                <a:ext uri="{FF2B5EF4-FFF2-40B4-BE49-F238E27FC236}">
                  <a16:creationId xmlns:a16="http://schemas.microsoft.com/office/drawing/2014/main" id="{3D9543E5-E2BA-1622-C99A-7FEDED6FE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6612" b="93388" l="8696" r="88406">
                          <a14:foregroundMark x1="43478" y1="92562" x2="70290" y2="87603"/>
                          <a14:foregroundMark x1="70290" y1="87603" x2="83333" y2="59504"/>
                          <a14:foregroundMark x1="83333" y1="59504" x2="77536" y2="28926"/>
                          <a14:foregroundMark x1="77536" y1="28926" x2="56522" y2="7438"/>
                          <a14:foregroundMark x1="56522" y1="7438" x2="28986" y2="12397"/>
                          <a14:foregroundMark x1="28986" y1="12397" x2="11594" y2="35537"/>
                          <a14:foregroundMark x1="11594" y1="35537" x2="12319" y2="67769"/>
                          <a14:foregroundMark x1="12319" y1="67769" x2="34783" y2="86777"/>
                          <a14:foregroundMark x1="34783" y1="86777" x2="46377" y2="90083"/>
                          <a14:foregroundMark x1="28986" y1="12397" x2="55797" y2="8264"/>
                          <a14:foregroundMark x1="55797" y1="8264" x2="57971" y2="8264"/>
                          <a14:foregroundMark x1="13043" y1="36364" x2="31884" y2="14050"/>
                          <a14:foregroundMark x1="13043" y1="29752" x2="29710" y2="13223"/>
                          <a14:foregroundMark x1="9420" y1="40496" x2="13768" y2="71074"/>
                          <a14:foregroundMark x1="13768" y1="71074" x2="19565" y2="76033"/>
                          <a14:foregroundMark x1="34058" y1="88430" x2="61594" y2="90083"/>
                          <a14:foregroundMark x1="61594" y1="90083" x2="76087" y2="81818"/>
                          <a14:foregroundMark x1="49275" y1="8264" x2="76087" y2="19835"/>
                          <a14:foregroundMark x1="76087" y1="19835" x2="86232" y2="49587"/>
                          <a14:foregroundMark x1="86232" y1="49587" x2="82609" y2="69421"/>
                          <a14:foregroundMark x1="63768" y1="92562" x2="34058" y2="90909"/>
                          <a14:foregroundMark x1="42029" y1="93388" x2="64493" y2="92562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91779" y="5390187"/>
              <a:ext cx="216000" cy="189392"/>
            </a:xfrm>
            <a:prstGeom prst="rect">
              <a:avLst/>
            </a:prstGeom>
          </p:spPr>
        </p:pic>
        <p:pic>
          <p:nvPicPr>
            <p:cNvPr id="99" name="Image 98">
              <a:extLst>
                <a:ext uri="{FF2B5EF4-FFF2-40B4-BE49-F238E27FC236}">
                  <a16:creationId xmlns:a16="http://schemas.microsoft.com/office/drawing/2014/main" id="{79C893BE-1025-4430-8397-0832A4C520B7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9961" b="89844" l="5469" r="93945">
                          <a14:foregroundMark x1="6738" y1="40430" x2="8301" y2="54785"/>
                          <a14:foregroundMark x1="8301" y1="54785" x2="14746" y2="45898"/>
                          <a14:foregroundMark x1="6152" y1="43652" x2="5469" y2="37988"/>
                          <a14:foregroundMark x1="29883" y1="40430" x2="37109" y2="40234"/>
                          <a14:foregroundMark x1="37109" y1="40234" x2="37305" y2="40234"/>
                          <a14:foregroundMark x1="43750" y1="57031" x2="44531" y2="49414"/>
                          <a14:foregroundMark x1="44531" y1="49414" x2="48535" y2="50488"/>
                          <a14:foregroundMark x1="57715" y1="45313" x2="62891" y2="40234"/>
                          <a14:foregroundMark x1="62891" y1="40234" x2="63672" y2="40430"/>
                          <a14:foregroundMark x1="74707" y1="58203" x2="75000" y2="41113"/>
                          <a14:foregroundMark x1="82617" y1="56055" x2="89160" y2="58398"/>
                          <a14:foregroundMark x1="89160" y1="58398" x2="92871" y2="52246"/>
                          <a14:foregroundMark x1="92871" y1="52246" x2="93945" y2="45117"/>
                          <a14:foregroundMark x1="93945" y1="45117" x2="88867" y2="40234"/>
                          <a14:foregroundMark x1="88867" y1="40234" x2="82031" y2="42871"/>
                          <a14:foregroundMark x1="82031" y1="42871" x2="80371" y2="49805"/>
                          <a14:foregroundMark x1="80371" y1="49805" x2="80762" y2="51855"/>
                          <a14:backgroundMark x1="26172" y1="49414" x2="25488" y2="51172"/>
                          <a14:backgroundMark x1="25781" y1="43164" x2="26953" y2="44238"/>
                          <a14:backgroundMark x1="10156" y1="42773" x2="11230" y2="44531"/>
                          <a14:backgroundMark x1="18555" y1="49707" x2="18750" y2="48828"/>
                          <a14:backgroundMark x1="34961" y1="45215" x2="37891" y2="44922"/>
                          <a14:backgroundMark x1="46484" y1="52246" x2="46582" y2="53223"/>
                          <a14:backgroundMark x1="46387" y1="51172" x2="46289" y2="51660"/>
                          <a14:backgroundMark x1="56250" y1="59961" x2="55957" y2="56836"/>
                          <a14:backgroundMark x1="63086" y1="53906" x2="64160" y2="47559"/>
                          <a14:backgroundMark x1="63086" y1="44824" x2="62891" y2="44141"/>
                        </a14:backgroundRemoval>
                      </a14:imgEffect>
                    </a14:imgLayer>
                  </a14:imgProps>
                </a:ext>
              </a:extLst>
            </a:blip>
            <a:srcRect l="71713" t="35809" r="22160" b="37524"/>
            <a:stretch>
              <a:fillRect/>
            </a:stretch>
          </p:blipFill>
          <p:spPr>
            <a:xfrm>
              <a:off x="4094987" y="5504740"/>
              <a:ext cx="216000" cy="610058"/>
            </a:xfrm>
            <a:prstGeom prst="rect">
              <a:avLst/>
            </a:prstGeom>
          </p:spPr>
        </p:pic>
      </p:grpSp>
      <p:pic>
        <p:nvPicPr>
          <p:cNvPr id="100" name="Image 99">
            <a:extLst>
              <a:ext uri="{FF2B5EF4-FFF2-40B4-BE49-F238E27FC236}">
                <a16:creationId xmlns:a16="http://schemas.microsoft.com/office/drawing/2014/main" id="{F7C9EF77-298E-E8E5-A26C-9CDBCA652F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844" l="5469" r="93945">
                        <a14:foregroundMark x1="6738" y1="40430" x2="8301" y2="54785"/>
                        <a14:foregroundMark x1="8301" y1="54785" x2="14746" y2="45898"/>
                        <a14:foregroundMark x1="6152" y1="43652" x2="5469" y2="37988"/>
                        <a14:foregroundMark x1="29883" y1="40430" x2="37109" y2="40234"/>
                        <a14:foregroundMark x1="37109" y1="40234" x2="37305" y2="40234"/>
                        <a14:foregroundMark x1="43750" y1="57031" x2="44531" y2="49414"/>
                        <a14:foregroundMark x1="44531" y1="49414" x2="48535" y2="50488"/>
                        <a14:foregroundMark x1="57715" y1="45313" x2="62891" y2="40234"/>
                        <a14:foregroundMark x1="62891" y1="40234" x2="63672" y2="40430"/>
                        <a14:foregroundMark x1="74707" y1="58203" x2="75000" y2="41113"/>
                        <a14:foregroundMark x1="82617" y1="56055" x2="89160" y2="58398"/>
                        <a14:foregroundMark x1="89160" y1="58398" x2="92871" y2="52246"/>
                        <a14:foregroundMark x1="92871" y1="52246" x2="93945" y2="45117"/>
                        <a14:foregroundMark x1="93945" y1="45117" x2="88867" y2="40234"/>
                        <a14:foregroundMark x1="88867" y1="40234" x2="82031" y2="42871"/>
                        <a14:foregroundMark x1="82031" y1="42871" x2="80371" y2="49805"/>
                        <a14:foregroundMark x1="80371" y1="49805" x2="80762" y2="51855"/>
                        <a14:backgroundMark x1="26172" y1="49414" x2="25488" y2="51172"/>
                        <a14:backgroundMark x1="25781" y1="43164" x2="26953" y2="44238"/>
                        <a14:backgroundMark x1="10156" y1="42773" x2="11230" y2="44531"/>
                        <a14:backgroundMark x1="18555" y1="49707" x2="18750" y2="48828"/>
                        <a14:backgroundMark x1="34961" y1="45215" x2="37891" y2="44922"/>
                        <a14:backgroundMark x1="46484" y1="52246" x2="46582" y2="53223"/>
                        <a14:backgroundMark x1="46387" y1="51172" x2="46289" y2="51660"/>
                        <a14:backgroundMark x1="56250" y1="59961" x2="55957" y2="56836"/>
                        <a14:backgroundMark x1="63086" y1="53906" x2="64160" y2="47559"/>
                        <a14:backgroundMark x1="63086" y1="44824" x2="62891" y2="44141"/>
                      </a14:backgroundRemoval>
                    </a14:imgEffect>
                  </a14:imgLayer>
                </a14:imgProps>
              </a:ext>
            </a:extLst>
          </a:blip>
          <a:srcRect l="77840" t="35809" r="4477" b="37524"/>
          <a:stretch>
            <a:fillRect/>
          </a:stretch>
        </p:blipFill>
        <p:spPr>
          <a:xfrm>
            <a:off x="131157" y="5826213"/>
            <a:ext cx="596781" cy="900000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7335B60-8D90-25A3-BEB2-8F0A7B65DD8A}"/>
              </a:ext>
            </a:extLst>
          </p:cNvPr>
          <p:cNvSpPr>
            <a:spLocks noChangeAspect="1"/>
          </p:cNvSpPr>
          <p:nvPr/>
        </p:nvSpPr>
        <p:spPr>
          <a:xfrm>
            <a:off x="982365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C99843E-DF93-2668-8584-5A683F3928DD}"/>
              </a:ext>
            </a:extLst>
          </p:cNvPr>
          <p:cNvSpPr>
            <a:spLocks noChangeAspect="1"/>
          </p:cNvSpPr>
          <p:nvPr/>
        </p:nvSpPr>
        <p:spPr>
          <a:xfrm>
            <a:off x="1912471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201C666-EC86-FF24-8733-EA873CFA84D3}"/>
              </a:ext>
            </a:extLst>
          </p:cNvPr>
          <p:cNvSpPr>
            <a:spLocks noChangeAspect="1"/>
          </p:cNvSpPr>
          <p:nvPr/>
        </p:nvSpPr>
        <p:spPr>
          <a:xfrm>
            <a:off x="2842577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DF70462-E41C-CBB8-4EB6-C72A089C622F}"/>
              </a:ext>
            </a:extLst>
          </p:cNvPr>
          <p:cNvSpPr>
            <a:spLocks noChangeAspect="1"/>
          </p:cNvSpPr>
          <p:nvPr/>
        </p:nvSpPr>
        <p:spPr>
          <a:xfrm>
            <a:off x="3772683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E77CE25-284A-32FA-8262-4527AC470EA5}"/>
              </a:ext>
            </a:extLst>
          </p:cNvPr>
          <p:cNvSpPr>
            <a:spLocks noChangeAspect="1"/>
          </p:cNvSpPr>
          <p:nvPr/>
        </p:nvSpPr>
        <p:spPr>
          <a:xfrm>
            <a:off x="4702789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17106EB-9AF2-5F75-2FAF-9CE788C680A2}"/>
              </a:ext>
            </a:extLst>
          </p:cNvPr>
          <p:cNvSpPr>
            <a:spLocks noChangeAspect="1"/>
          </p:cNvSpPr>
          <p:nvPr/>
        </p:nvSpPr>
        <p:spPr>
          <a:xfrm>
            <a:off x="5632895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1" name="Rectangle : coins arrondis 100">
            <a:extLst>
              <a:ext uri="{FF2B5EF4-FFF2-40B4-BE49-F238E27FC236}">
                <a16:creationId xmlns:a16="http://schemas.microsoft.com/office/drawing/2014/main" id="{24714A89-74A3-AFBA-2628-F2740F475D87}"/>
              </a:ext>
            </a:extLst>
          </p:cNvPr>
          <p:cNvSpPr>
            <a:spLocks noChangeAspect="1"/>
          </p:cNvSpPr>
          <p:nvPr/>
        </p:nvSpPr>
        <p:spPr>
          <a:xfrm>
            <a:off x="6563001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2" name="Rectangle : coins arrondis 101">
            <a:extLst>
              <a:ext uri="{FF2B5EF4-FFF2-40B4-BE49-F238E27FC236}">
                <a16:creationId xmlns:a16="http://schemas.microsoft.com/office/drawing/2014/main" id="{96B7F8B4-D193-0CB4-3441-D60F3C0A11E9}"/>
              </a:ext>
            </a:extLst>
          </p:cNvPr>
          <p:cNvSpPr>
            <a:spLocks noChangeAspect="1"/>
          </p:cNvSpPr>
          <p:nvPr/>
        </p:nvSpPr>
        <p:spPr>
          <a:xfrm>
            <a:off x="7493107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DE55BEC8-F579-3256-0A86-8F827E6D4135}"/>
              </a:ext>
            </a:extLst>
          </p:cNvPr>
          <p:cNvSpPr>
            <a:spLocks noChangeAspect="1"/>
          </p:cNvSpPr>
          <p:nvPr/>
        </p:nvSpPr>
        <p:spPr>
          <a:xfrm>
            <a:off x="8423213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3DE68A3D-DD3C-D0E8-650E-F2C9C273CF5B}"/>
              </a:ext>
            </a:extLst>
          </p:cNvPr>
          <p:cNvSpPr>
            <a:spLocks noChangeAspect="1"/>
          </p:cNvSpPr>
          <p:nvPr/>
        </p:nvSpPr>
        <p:spPr>
          <a:xfrm>
            <a:off x="9353319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55238418-2556-500C-C9FD-265749591236}"/>
              </a:ext>
            </a:extLst>
          </p:cNvPr>
          <p:cNvSpPr>
            <a:spLocks noChangeAspect="1"/>
          </p:cNvSpPr>
          <p:nvPr/>
        </p:nvSpPr>
        <p:spPr>
          <a:xfrm>
            <a:off x="10283425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6" name="Rectangle : coins arrondis 105">
            <a:extLst>
              <a:ext uri="{FF2B5EF4-FFF2-40B4-BE49-F238E27FC236}">
                <a16:creationId xmlns:a16="http://schemas.microsoft.com/office/drawing/2014/main" id="{03F0D368-5FAF-FEB2-29DD-7EFC57704C29}"/>
              </a:ext>
            </a:extLst>
          </p:cNvPr>
          <p:cNvSpPr>
            <a:spLocks noChangeAspect="1"/>
          </p:cNvSpPr>
          <p:nvPr/>
        </p:nvSpPr>
        <p:spPr>
          <a:xfrm>
            <a:off x="11213536" y="13727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7" name="Rectangle : coins arrondis 106">
            <a:extLst>
              <a:ext uri="{FF2B5EF4-FFF2-40B4-BE49-F238E27FC236}">
                <a16:creationId xmlns:a16="http://schemas.microsoft.com/office/drawing/2014/main" id="{BC3AB282-D107-C9AD-83E4-F4EEE60BF6D8}"/>
              </a:ext>
            </a:extLst>
          </p:cNvPr>
          <p:cNvSpPr>
            <a:spLocks noChangeAspect="1"/>
          </p:cNvSpPr>
          <p:nvPr/>
        </p:nvSpPr>
        <p:spPr>
          <a:xfrm>
            <a:off x="1020426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E68CC00D-484B-A77B-0D15-A659048D196C}"/>
              </a:ext>
            </a:extLst>
          </p:cNvPr>
          <p:cNvSpPr>
            <a:spLocks noChangeAspect="1"/>
          </p:cNvSpPr>
          <p:nvPr/>
        </p:nvSpPr>
        <p:spPr>
          <a:xfrm>
            <a:off x="1950532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D8824326-D953-ED7D-8955-9AE3733E2406}"/>
              </a:ext>
            </a:extLst>
          </p:cNvPr>
          <p:cNvSpPr>
            <a:spLocks noChangeAspect="1"/>
          </p:cNvSpPr>
          <p:nvPr/>
        </p:nvSpPr>
        <p:spPr>
          <a:xfrm>
            <a:off x="2880638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7F17DE70-1AFB-621C-1951-E7BEF7F38794}"/>
              </a:ext>
            </a:extLst>
          </p:cNvPr>
          <p:cNvSpPr>
            <a:spLocks noChangeAspect="1"/>
          </p:cNvSpPr>
          <p:nvPr/>
        </p:nvSpPr>
        <p:spPr>
          <a:xfrm>
            <a:off x="3810744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9AD09044-F1DA-0C15-3E6A-8E695C397C8F}"/>
              </a:ext>
            </a:extLst>
          </p:cNvPr>
          <p:cNvSpPr>
            <a:spLocks noChangeAspect="1"/>
          </p:cNvSpPr>
          <p:nvPr/>
        </p:nvSpPr>
        <p:spPr>
          <a:xfrm>
            <a:off x="4740850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B3B7F75E-C4B3-BF86-C531-C948C66C928F}"/>
              </a:ext>
            </a:extLst>
          </p:cNvPr>
          <p:cNvSpPr>
            <a:spLocks noChangeAspect="1"/>
          </p:cNvSpPr>
          <p:nvPr/>
        </p:nvSpPr>
        <p:spPr>
          <a:xfrm>
            <a:off x="5670956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3CBE70C4-A3EA-DC4C-0E8C-6AB2ACD46344}"/>
              </a:ext>
            </a:extLst>
          </p:cNvPr>
          <p:cNvSpPr>
            <a:spLocks noChangeAspect="1"/>
          </p:cNvSpPr>
          <p:nvPr/>
        </p:nvSpPr>
        <p:spPr>
          <a:xfrm>
            <a:off x="6601062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8D8E5B98-E0F3-4241-AA88-302D5F11ECA1}"/>
              </a:ext>
            </a:extLst>
          </p:cNvPr>
          <p:cNvSpPr>
            <a:spLocks noChangeAspect="1"/>
          </p:cNvSpPr>
          <p:nvPr/>
        </p:nvSpPr>
        <p:spPr>
          <a:xfrm>
            <a:off x="7531168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FDBF228F-98E9-2972-E6A9-E43F8A7BA879}"/>
              </a:ext>
            </a:extLst>
          </p:cNvPr>
          <p:cNvSpPr>
            <a:spLocks noChangeAspect="1"/>
          </p:cNvSpPr>
          <p:nvPr/>
        </p:nvSpPr>
        <p:spPr>
          <a:xfrm>
            <a:off x="8461274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C7C5117E-B759-D7B0-88A0-F61874BAB5CD}"/>
              </a:ext>
            </a:extLst>
          </p:cNvPr>
          <p:cNvSpPr>
            <a:spLocks noChangeAspect="1"/>
          </p:cNvSpPr>
          <p:nvPr/>
        </p:nvSpPr>
        <p:spPr>
          <a:xfrm>
            <a:off x="9391380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D9329DF6-4492-C83A-0374-B57E6EDDB9E2}"/>
              </a:ext>
            </a:extLst>
          </p:cNvPr>
          <p:cNvSpPr>
            <a:spLocks noChangeAspect="1"/>
          </p:cNvSpPr>
          <p:nvPr/>
        </p:nvSpPr>
        <p:spPr>
          <a:xfrm>
            <a:off x="10321486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EB381319-C190-D03E-711B-D97DAF70AB70}"/>
              </a:ext>
            </a:extLst>
          </p:cNvPr>
          <p:cNvSpPr>
            <a:spLocks noChangeAspect="1"/>
          </p:cNvSpPr>
          <p:nvPr/>
        </p:nvSpPr>
        <p:spPr>
          <a:xfrm>
            <a:off x="11251597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03D106AA-6819-9480-F671-987843446558}"/>
              </a:ext>
            </a:extLst>
          </p:cNvPr>
          <p:cNvSpPr>
            <a:spLocks noChangeAspect="1"/>
          </p:cNvSpPr>
          <p:nvPr/>
        </p:nvSpPr>
        <p:spPr>
          <a:xfrm>
            <a:off x="1012864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753BCE9B-7CC7-8D81-5F2C-422639F6CFCC}"/>
              </a:ext>
            </a:extLst>
          </p:cNvPr>
          <p:cNvSpPr>
            <a:spLocks noChangeAspect="1"/>
          </p:cNvSpPr>
          <p:nvPr/>
        </p:nvSpPr>
        <p:spPr>
          <a:xfrm>
            <a:off x="1942518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</a:t>
            </a:r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E4798465-3D29-0E64-23EF-710FEC33AF64}"/>
              </a:ext>
            </a:extLst>
          </p:cNvPr>
          <p:cNvSpPr>
            <a:spLocks noChangeAspect="1"/>
          </p:cNvSpPr>
          <p:nvPr/>
        </p:nvSpPr>
        <p:spPr>
          <a:xfrm>
            <a:off x="2872172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</a:t>
            </a:r>
          </a:p>
        </p:txBody>
      </p:sp>
      <p:sp>
        <p:nvSpPr>
          <p:cNvPr id="122" name="Rectangle : coins arrondis 121">
            <a:extLst>
              <a:ext uri="{FF2B5EF4-FFF2-40B4-BE49-F238E27FC236}">
                <a16:creationId xmlns:a16="http://schemas.microsoft.com/office/drawing/2014/main" id="{367BEF77-8A13-87F9-3900-F222D3C0CF13}"/>
              </a:ext>
            </a:extLst>
          </p:cNvPr>
          <p:cNvSpPr>
            <a:spLocks noChangeAspect="1"/>
          </p:cNvSpPr>
          <p:nvPr/>
        </p:nvSpPr>
        <p:spPr>
          <a:xfrm>
            <a:off x="3801826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</a:t>
            </a:r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1CFCCC36-2AC7-C4BA-7C1D-5BAE5CC77666}"/>
              </a:ext>
            </a:extLst>
          </p:cNvPr>
          <p:cNvSpPr>
            <a:spLocks noChangeAspect="1"/>
          </p:cNvSpPr>
          <p:nvPr/>
        </p:nvSpPr>
        <p:spPr>
          <a:xfrm>
            <a:off x="4731480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</a:t>
            </a:r>
          </a:p>
        </p:txBody>
      </p: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3C3099B2-D78F-E4F5-27B4-993649B2FB07}"/>
              </a:ext>
            </a:extLst>
          </p:cNvPr>
          <p:cNvSpPr>
            <a:spLocks noChangeAspect="1"/>
          </p:cNvSpPr>
          <p:nvPr/>
        </p:nvSpPr>
        <p:spPr>
          <a:xfrm>
            <a:off x="5661134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</a:t>
            </a:r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110DB644-239F-2796-A23A-45960121CECB}"/>
              </a:ext>
            </a:extLst>
          </p:cNvPr>
          <p:cNvSpPr>
            <a:spLocks noChangeAspect="1"/>
          </p:cNvSpPr>
          <p:nvPr/>
        </p:nvSpPr>
        <p:spPr>
          <a:xfrm>
            <a:off x="6590788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7</a:t>
            </a:r>
          </a:p>
        </p:txBody>
      </p:sp>
      <p:sp>
        <p:nvSpPr>
          <p:cNvPr id="126" name="Rectangle : coins arrondis 125">
            <a:extLst>
              <a:ext uri="{FF2B5EF4-FFF2-40B4-BE49-F238E27FC236}">
                <a16:creationId xmlns:a16="http://schemas.microsoft.com/office/drawing/2014/main" id="{093E9DFB-9624-3C61-8116-B389CA93B564}"/>
              </a:ext>
            </a:extLst>
          </p:cNvPr>
          <p:cNvSpPr>
            <a:spLocks noChangeAspect="1"/>
          </p:cNvSpPr>
          <p:nvPr/>
        </p:nvSpPr>
        <p:spPr>
          <a:xfrm>
            <a:off x="7520442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8</a:t>
            </a:r>
          </a:p>
        </p:txBody>
      </p:sp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189ADF59-908F-C125-5AC7-96C8B9A0532C}"/>
              </a:ext>
            </a:extLst>
          </p:cNvPr>
          <p:cNvSpPr>
            <a:spLocks noChangeAspect="1"/>
          </p:cNvSpPr>
          <p:nvPr/>
        </p:nvSpPr>
        <p:spPr>
          <a:xfrm>
            <a:off x="8450096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9</a:t>
            </a:r>
          </a:p>
        </p:txBody>
      </p:sp>
      <p:sp>
        <p:nvSpPr>
          <p:cNvPr id="128" name="Rectangle : coins arrondis 127">
            <a:extLst>
              <a:ext uri="{FF2B5EF4-FFF2-40B4-BE49-F238E27FC236}">
                <a16:creationId xmlns:a16="http://schemas.microsoft.com/office/drawing/2014/main" id="{789DA6EC-45F3-7532-11BB-C4096FB7FAB2}"/>
              </a:ext>
            </a:extLst>
          </p:cNvPr>
          <p:cNvSpPr>
            <a:spLocks noChangeAspect="1"/>
          </p:cNvSpPr>
          <p:nvPr/>
        </p:nvSpPr>
        <p:spPr>
          <a:xfrm>
            <a:off x="9379750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10</a:t>
            </a:r>
          </a:p>
        </p:txBody>
      </p: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9F47AD12-1177-E421-CDF4-CF34A82F6AD3}"/>
              </a:ext>
            </a:extLst>
          </p:cNvPr>
          <p:cNvSpPr>
            <a:spLocks noChangeAspect="1"/>
          </p:cNvSpPr>
          <p:nvPr/>
        </p:nvSpPr>
        <p:spPr>
          <a:xfrm>
            <a:off x="10309404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11</a:t>
            </a:r>
          </a:p>
        </p:txBody>
      </p:sp>
      <p:sp>
        <p:nvSpPr>
          <p:cNvPr id="130" name="Rectangle : coins arrondis 129">
            <a:extLst>
              <a:ext uri="{FF2B5EF4-FFF2-40B4-BE49-F238E27FC236}">
                <a16:creationId xmlns:a16="http://schemas.microsoft.com/office/drawing/2014/main" id="{D83DB1E5-05F8-63EF-C1FA-C09F3BE9BB3F}"/>
              </a:ext>
            </a:extLst>
          </p:cNvPr>
          <p:cNvSpPr>
            <a:spLocks noChangeAspect="1"/>
          </p:cNvSpPr>
          <p:nvPr/>
        </p:nvSpPr>
        <p:spPr>
          <a:xfrm>
            <a:off x="11239058" y="135054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12</a:t>
            </a:r>
          </a:p>
        </p:txBody>
      </p:sp>
      <p:sp>
        <p:nvSpPr>
          <p:cNvPr id="131" name="Rectangle : coins arrondis 130">
            <a:extLst>
              <a:ext uri="{FF2B5EF4-FFF2-40B4-BE49-F238E27FC236}">
                <a16:creationId xmlns:a16="http://schemas.microsoft.com/office/drawing/2014/main" id="{5A7D235E-CEDC-F3BC-6A46-A00E16DDCFE8}"/>
              </a:ext>
            </a:extLst>
          </p:cNvPr>
          <p:cNvSpPr>
            <a:spLocks noChangeAspect="1"/>
          </p:cNvSpPr>
          <p:nvPr/>
        </p:nvSpPr>
        <p:spPr>
          <a:xfrm>
            <a:off x="1011508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13</a:t>
            </a:r>
          </a:p>
        </p:txBody>
      </p:sp>
      <p:sp>
        <p:nvSpPr>
          <p:cNvPr id="132" name="Rectangle : coins arrondis 131">
            <a:extLst>
              <a:ext uri="{FF2B5EF4-FFF2-40B4-BE49-F238E27FC236}">
                <a16:creationId xmlns:a16="http://schemas.microsoft.com/office/drawing/2014/main" id="{2DD7EAA2-522F-F364-0815-DE6183C15742}"/>
              </a:ext>
            </a:extLst>
          </p:cNvPr>
          <p:cNvSpPr>
            <a:spLocks noChangeAspect="1"/>
          </p:cNvSpPr>
          <p:nvPr/>
        </p:nvSpPr>
        <p:spPr>
          <a:xfrm>
            <a:off x="1941614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14</a:t>
            </a:r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C5F5C8D1-B11F-51BD-FCC0-780EF2EA4347}"/>
              </a:ext>
            </a:extLst>
          </p:cNvPr>
          <p:cNvSpPr>
            <a:spLocks noChangeAspect="1"/>
          </p:cNvSpPr>
          <p:nvPr/>
        </p:nvSpPr>
        <p:spPr>
          <a:xfrm>
            <a:off x="2871720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15</a:t>
            </a:r>
          </a:p>
        </p:txBody>
      </p:sp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CC11F1C2-6BF9-26CC-F6A0-55C39E952572}"/>
              </a:ext>
            </a:extLst>
          </p:cNvPr>
          <p:cNvSpPr>
            <a:spLocks noChangeAspect="1"/>
          </p:cNvSpPr>
          <p:nvPr/>
        </p:nvSpPr>
        <p:spPr>
          <a:xfrm>
            <a:off x="3801826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16</a:t>
            </a:r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F803FB68-2873-8955-9015-546EA97B8240}"/>
              </a:ext>
            </a:extLst>
          </p:cNvPr>
          <p:cNvSpPr>
            <a:spLocks noChangeAspect="1"/>
          </p:cNvSpPr>
          <p:nvPr/>
        </p:nvSpPr>
        <p:spPr>
          <a:xfrm>
            <a:off x="4731932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17</a:t>
            </a:r>
          </a:p>
        </p:txBody>
      </p:sp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29E15926-7433-FC09-1495-7A20A0C9294D}"/>
              </a:ext>
            </a:extLst>
          </p:cNvPr>
          <p:cNvSpPr>
            <a:spLocks noChangeAspect="1"/>
          </p:cNvSpPr>
          <p:nvPr/>
        </p:nvSpPr>
        <p:spPr>
          <a:xfrm>
            <a:off x="5662038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18</a:t>
            </a:r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170BB76E-A3A3-2CC9-CA87-BA2667D35EB6}"/>
              </a:ext>
            </a:extLst>
          </p:cNvPr>
          <p:cNvSpPr>
            <a:spLocks noChangeAspect="1"/>
          </p:cNvSpPr>
          <p:nvPr/>
        </p:nvSpPr>
        <p:spPr>
          <a:xfrm>
            <a:off x="6592144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19</a:t>
            </a:r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5DBA50CD-674A-8614-BDE7-BD7EF2C63675}"/>
              </a:ext>
            </a:extLst>
          </p:cNvPr>
          <p:cNvSpPr>
            <a:spLocks noChangeAspect="1"/>
          </p:cNvSpPr>
          <p:nvPr/>
        </p:nvSpPr>
        <p:spPr>
          <a:xfrm>
            <a:off x="7522250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0A48777D-8A0D-335C-85AC-CCDDE36EB65B}"/>
              </a:ext>
            </a:extLst>
          </p:cNvPr>
          <p:cNvSpPr>
            <a:spLocks noChangeAspect="1"/>
          </p:cNvSpPr>
          <p:nvPr/>
        </p:nvSpPr>
        <p:spPr>
          <a:xfrm>
            <a:off x="8452356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8EA465D1-6C4A-D450-F0E9-0A093B054E49}"/>
              </a:ext>
            </a:extLst>
          </p:cNvPr>
          <p:cNvSpPr>
            <a:spLocks noChangeAspect="1"/>
          </p:cNvSpPr>
          <p:nvPr/>
        </p:nvSpPr>
        <p:spPr>
          <a:xfrm>
            <a:off x="9382462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1" name="Rectangle : coins arrondis 140">
            <a:extLst>
              <a:ext uri="{FF2B5EF4-FFF2-40B4-BE49-F238E27FC236}">
                <a16:creationId xmlns:a16="http://schemas.microsoft.com/office/drawing/2014/main" id="{4C0DE670-5A8E-9697-30B3-CF8D6A7B35C3}"/>
              </a:ext>
            </a:extLst>
          </p:cNvPr>
          <p:cNvSpPr>
            <a:spLocks noChangeAspect="1"/>
          </p:cNvSpPr>
          <p:nvPr/>
        </p:nvSpPr>
        <p:spPr>
          <a:xfrm>
            <a:off x="10312568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2" name="Rectangle : coins arrondis 141">
            <a:extLst>
              <a:ext uri="{FF2B5EF4-FFF2-40B4-BE49-F238E27FC236}">
                <a16:creationId xmlns:a16="http://schemas.microsoft.com/office/drawing/2014/main" id="{C07884FA-D38B-322E-05FB-0CC16F8D9C27}"/>
              </a:ext>
            </a:extLst>
          </p:cNvPr>
          <p:cNvSpPr>
            <a:spLocks noChangeAspect="1"/>
          </p:cNvSpPr>
          <p:nvPr/>
        </p:nvSpPr>
        <p:spPr>
          <a:xfrm>
            <a:off x="11242679" y="127396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3" name="Rectangle : coins arrondis 142">
            <a:extLst>
              <a:ext uri="{FF2B5EF4-FFF2-40B4-BE49-F238E27FC236}">
                <a16:creationId xmlns:a16="http://schemas.microsoft.com/office/drawing/2014/main" id="{9997F1A1-A8B8-593F-9D22-BE3DF64D7F31}"/>
              </a:ext>
            </a:extLst>
          </p:cNvPr>
          <p:cNvSpPr>
            <a:spLocks noChangeAspect="1"/>
          </p:cNvSpPr>
          <p:nvPr/>
        </p:nvSpPr>
        <p:spPr>
          <a:xfrm>
            <a:off x="982365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144" name="Rectangle : coins arrondis 143">
            <a:extLst>
              <a:ext uri="{FF2B5EF4-FFF2-40B4-BE49-F238E27FC236}">
                <a16:creationId xmlns:a16="http://schemas.microsoft.com/office/drawing/2014/main" id="{7C6950BA-6C79-972F-ACC6-86A7B508880F}"/>
              </a:ext>
            </a:extLst>
          </p:cNvPr>
          <p:cNvSpPr>
            <a:spLocks noChangeAspect="1"/>
          </p:cNvSpPr>
          <p:nvPr/>
        </p:nvSpPr>
        <p:spPr>
          <a:xfrm>
            <a:off x="1912471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5" name="Rectangle : coins arrondis 144">
            <a:extLst>
              <a:ext uri="{FF2B5EF4-FFF2-40B4-BE49-F238E27FC236}">
                <a16:creationId xmlns:a16="http://schemas.microsoft.com/office/drawing/2014/main" id="{50DDD6AE-9643-93A1-7CB0-E1DBE372E3C5}"/>
              </a:ext>
            </a:extLst>
          </p:cNvPr>
          <p:cNvSpPr>
            <a:spLocks noChangeAspect="1"/>
          </p:cNvSpPr>
          <p:nvPr/>
        </p:nvSpPr>
        <p:spPr>
          <a:xfrm>
            <a:off x="2842577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6" name="Rectangle : coins arrondis 145">
            <a:extLst>
              <a:ext uri="{FF2B5EF4-FFF2-40B4-BE49-F238E27FC236}">
                <a16:creationId xmlns:a16="http://schemas.microsoft.com/office/drawing/2014/main" id="{4BA90ABA-C0CD-273F-40E3-7CFD8B30B2D7}"/>
              </a:ext>
            </a:extLst>
          </p:cNvPr>
          <p:cNvSpPr>
            <a:spLocks noChangeAspect="1"/>
          </p:cNvSpPr>
          <p:nvPr/>
        </p:nvSpPr>
        <p:spPr>
          <a:xfrm>
            <a:off x="3772683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7" name="Rectangle : coins arrondis 146">
            <a:extLst>
              <a:ext uri="{FF2B5EF4-FFF2-40B4-BE49-F238E27FC236}">
                <a16:creationId xmlns:a16="http://schemas.microsoft.com/office/drawing/2014/main" id="{81708B95-9986-755E-C5D6-1E7947828FFF}"/>
              </a:ext>
            </a:extLst>
          </p:cNvPr>
          <p:cNvSpPr>
            <a:spLocks noChangeAspect="1"/>
          </p:cNvSpPr>
          <p:nvPr/>
        </p:nvSpPr>
        <p:spPr>
          <a:xfrm>
            <a:off x="4702789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8" name="Rectangle : coins arrondis 147">
            <a:extLst>
              <a:ext uri="{FF2B5EF4-FFF2-40B4-BE49-F238E27FC236}">
                <a16:creationId xmlns:a16="http://schemas.microsoft.com/office/drawing/2014/main" id="{E74F6951-7795-4654-0CEA-774EEDB5CD0A}"/>
              </a:ext>
            </a:extLst>
          </p:cNvPr>
          <p:cNvSpPr>
            <a:spLocks noChangeAspect="1"/>
          </p:cNvSpPr>
          <p:nvPr/>
        </p:nvSpPr>
        <p:spPr>
          <a:xfrm>
            <a:off x="5632895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49" name="Rectangle : coins arrondis 148">
            <a:extLst>
              <a:ext uri="{FF2B5EF4-FFF2-40B4-BE49-F238E27FC236}">
                <a16:creationId xmlns:a16="http://schemas.microsoft.com/office/drawing/2014/main" id="{B53CD754-2037-0775-504D-316C17112927}"/>
              </a:ext>
            </a:extLst>
          </p:cNvPr>
          <p:cNvSpPr>
            <a:spLocks noChangeAspect="1"/>
          </p:cNvSpPr>
          <p:nvPr/>
        </p:nvSpPr>
        <p:spPr>
          <a:xfrm>
            <a:off x="6563001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0" name="Rectangle : coins arrondis 149">
            <a:extLst>
              <a:ext uri="{FF2B5EF4-FFF2-40B4-BE49-F238E27FC236}">
                <a16:creationId xmlns:a16="http://schemas.microsoft.com/office/drawing/2014/main" id="{6522EE3B-7D0D-36C6-43B1-4A5B8741AD5B}"/>
              </a:ext>
            </a:extLst>
          </p:cNvPr>
          <p:cNvSpPr>
            <a:spLocks noChangeAspect="1"/>
          </p:cNvSpPr>
          <p:nvPr/>
        </p:nvSpPr>
        <p:spPr>
          <a:xfrm>
            <a:off x="7493107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1" name="Rectangle : coins arrondis 150">
            <a:extLst>
              <a:ext uri="{FF2B5EF4-FFF2-40B4-BE49-F238E27FC236}">
                <a16:creationId xmlns:a16="http://schemas.microsoft.com/office/drawing/2014/main" id="{87B6CCFB-0B6F-DE11-21B4-7C724E1200B5}"/>
              </a:ext>
            </a:extLst>
          </p:cNvPr>
          <p:cNvSpPr>
            <a:spLocks noChangeAspect="1"/>
          </p:cNvSpPr>
          <p:nvPr/>
        </p:nvSpPr>
        <p:spPr>
          <a:xfrm>
            <a:off x="8423213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2" name="Rectangle : coins arrondis 151">
            <a:extLst>
              <a:ext uri="{FF2B5EF4-FFF2-40B4-BE49-F238E27FC236}">
                <a16:creationId xmlns:a16="http://schemas.microsoft.com/office/drawing/2014/main" id="{21ED8F64-64A4-C76D-2E13-05EF8217D31C}"/>
              </a:ext>
            </a:extLst>
          </p:cNvPr>
          <p:cNvSpPr>
            <a:spLocks noChangeAspect="1"/>
          </p:cNvSpPr>
          <p:nvPr/>
        </p:nvSpPr>
        <p:spPr>
          <a:xfrm>
            <a:off x="9353319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3" name="Rectangle : coins arrondis 152">
            <a:extLst>
              <a:ext uri="{FF2B5EF4-FFF2-40B4-BE49-F238E27FC236}">
                <a16:creationId xmlns:a16="http://schemas.microsoft.com/office/drawing/2014/main" id="{542A5BAE-185C-EA33-2F94-98179C403C79}"/>
              </a:ext>
            </a:extLst>
          </p:cNvPr>
          <p:cNvSpPr>
            <a:spLocks noChangeAspect="1"/>
          </p:cNvSpPr>
          <p:nvPr/>
        </p:nvSpPr>
        <p:spPr>
          <a:xfrm>
            <a:off x="10283425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4" name="Rectangle : coins arrondis 153">
            <a:extLst>
              <a:ext uri="{FF2B5EF4-FFF2-40B4-BE49-F238E27FC236}">
                <a16:creationId xmlns:a16="http://schemas.microsoft.com/office/drawing/2014/main" id="{56A3EE74-0AF7-6EC7-B449-AC4340B79111}"/>
              </a:ext>
            </a:extLst>
          </p:cNvPr>
          <p:cNvSpPr>
            <a:spLocks noChangeAspect="1"/>
          </p:cNvSpPr>
          <p:nvPr/>
        </p:nvSpPr>
        <p:spPr>
          <a:xfrm>
            <a:off x="11213536" y="125467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5" name="Rectangle : coins arrondis 154">
            <a:extLst>
              <a:ext uri="{FF2B5EF4-FFF2-40B4-BE49-F238E27FC236}">
                <a16:creationId xmlns:a16="http://schemas.microsoft.com/office/drawing/2014/main" id="{9BF7DF3C-E61B-3CCC-96FB-20F04B222AB5}"/>
              </a:ext>
            </a:extLst>
          </p:cNvPr>
          <p:cNvSpPr>
            <a:spLocks noChangeAspect="1"/>
          </p:cNvSpPr>
          <p:nvPr/>
        </p:nvSpPr>
        <p:spPr>
          <a:xfrm>
            <a:off x="1020426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156" name="Rectangle : coins arrondis 155">
            <a:extLst>
              <a:ext uri="{FF2B5EF4-FFF2-40B4-BE49-F238E27FC236}">
                <a16:creationId xmlns:a16="http://schemas.microsoft.com/office/drawing/2014/main" id="{3EA8B307-A43D-E88B-DFC1-B9BE96CD8E1F}"/>
              </a:ext>
            </a:extLst>
          </p:cNvPr>
          <p:cNvSpPr>
            <a:spLocks noChangeAspect="1"/>
          </p:cNvSpPr>
          <p:nvPr/>
        </p:nvSpPr>
        <p:spPr>
          <a:xfrm>
            <a:off x="1950532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7" name="Rectangle : coins arrondis 156">
            <a:extLst>
              <a:ext uri="{FF2B5EF4-FFF2-40B4-BE49-F238E27FC236}">
                <a16:creationId xmlns:a16="http://schemas.microsoft.com/office/drawing/2014/main" id="{7EFD001B-DE20-1B4B-EE77-684366A4380D}"/>
              </a:ext>
            </a:extLst>
          </p:cNvPr>
          <p:cNvSpPr>
            <a:spLocks noChangeAspect="1"/>
          </p:cNvSpPr>
          <p:nvPr/>
        </p:nvSpPr>
        <p:spPr>
          <a:xfrm>
            <a:off x="2880638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8" name="Rectangle : coins arrondis 157">
            <a:extLst>
              <a:ext uri="{FF2B5EF4-FFF2-40B4-BE49-F238E27FC236}">
                <a16:creationId xmlns:a16="http://schemas.microsoft.com/office/drawing/2014/main" id="{CAB01D54-130C-05F2-ADC4-2BA08C9AFB3D}"/>
              </a:ext>
            </a:extLst>
          </p:cNvPr>
          <p:cNvSpPr>
            <a:spLocks noChangeAspect="1"/>
          </p:cNvSpPr>
          <p:nvPr/>
        </p:nvSpPr>
        <p:spPr>
          <a:xfrm>
            <a:off x="3810744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59" name="Rectangle : coins arrondis 158">
            <a:extLst>
              <a:ext uri="{FF2B5EF4-FFF2-40B4-BE49-F238E27FC236}">
                <a16:creationId xmlns:a16="http://schemas.microsoft.com/office/drawing/2014/main" id="{0E9063F6-6C4B-790C-6D6C-68A1AD074ECD}"/>
              </a:ext>
            </a:extLst>
          </p:cNvPr>
          <p:cNvSpPr>
            <a:spLocks noChangeAspect="1"/>
          </p:cNvSpPr>
          <p:nvPr/>
        </p:nvSpPr>
        <p:spPr>
          <a:xfrm>
            <a:off x="4740850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0" name="Rectangle : coins arrondis 159">
            <a:extLst>
              <a:ext uri="{FF2B5EF4-FFF2-40B4-BE49-F238E27FC236}">
                <a16:creationId xmlns:a16="http://schemas.microsoft.com/office/drawing/2014/main" id="{912D3102-BA5E-9108-3F27-1E1D2B8E179E}"/>
              </a:ext>
            </a:extLst>
          </p:cNvPr>
          <p:cNvSpPr>
            <a:spLocks noChangeAspect="1"/>
          </p:cNvSpPr>
          <p:nvPr/>
        </p:nvSpPr>
        <p:spPr>
          <a:xfrm>
            <a:off x="5670956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1" name="Rectangle : coins arrondis 160">
            <a:extLst>
              <a:ext uri="{FF2B5EF4-FFF2-40B4-BE49-F238E27FC236}">
                <a16:creationId xmlns:a16="http://schemas.microsoft.com/office/drawing/2014/main" id="{D8CB71E5-282C-6C12-8395-1EFA9392C9A5}"/>
              </a:ext>
            </a:extLst>
          </p:cNvPr>
          <p:cNvSpPr>
            <a:spLocks noChangeAspect="1"/>
          </p:cNvSpPr>
          <p:nvPr/>
        </p:nvSpPr>
        <p:spPr>
          <a:xfrm>
            <a:off x="6601062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2" name="Rectangle : coins arrondis 161">
            <a:extLst>
              <a:ext uri="{FF2B5EF4-FFF2-40B4-BE49-F238E27FC236}">
                <a16:creationId xmlns:a16="http://schemas.microsoft.com/office/drawing/2014/main" id="{0E02FE07-521D-BA3C-904E-50343239D50F}"/>
              </a:ext>
            </a:extLst>
          </p:cNvPr>
          <p:cNvSpPr>
            <a:spLocks noChangeAspect="1"/>
          </p:cNvSpPr>
          <p:nvPr/>
        </p:nvSpPr>
        <p:spPr>
          <a:xfrm>
            <a:off x="7531168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3" name="Rectangle : coins arrondis 162">
            <a:extLst>
              <a:ext uri="{FF2B5EF4-FFF2-40B4-BE49-F238E27FC236}">
                <a16:creationId xmlns:a16="http://schemas.microsoft.com/office/drawing/2014/main" id="{2EF9E536-C895-5E93-651D-E8064B728345}"/>
              </a:ext>
            </a:extLst>
          </p:cNvPr>
          <p:cNvSpPr>
            <a:spLocks noChangeAspect="1"/>
          </p:cNvSpPr>
          <p:nvPr/>
        </p:nvSpPr>
        <p:spPr>
          <a:xfrm>
            <a:off x="8461274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4" name="Rectangle : coins arrondis 163">
            <a:extLst>
              <a:ext uri="{FF2B5EF4-FFF2-40B4-BE49-F238E27FC236}">
                <a16:creationId xmlns:a16="http://schemas.microsoft.com/office/drawing/2014/main" id="{889C6B14-B886-4F9F-CC33-438EBCF2ACC3}"/>
              </a:ext>
            </a:extLst>
          </p:cNvPr>
          <p:cNvSpPr>
            <a:spLocks noChangeAspect="1"/>
          </p:cNvSpPr>
          <p:nvPr/>
        </p:nvSpPr>
        <p:spPr>
          <a:xfrm>
            <a:off x="9391380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5" name="Rectangle : coins arrondis 164">
            <a:extLst>
              <a:ext uri="{FF2B5EF4-FFF2-40B4-BE49-F238E27FC236}">
                <a16:creationId xmlns:a16="http://schemas.microsoft.com/office/drawing/2014/main" id="{FF23F3D4-1013-0B80-F0DF-3D2164D8FBCF}"/>
              </a:ext>
            </a:extLst>
          </p:cNvPr>
          <p:cNvSpPr>
            <a:spLocks noChangeAspect="1"/>
          </p:cNvSpPr>
          <p:nvPr/>
        </p:nvSpPr>
        <p:spPr>
          <a:xfrm>
            <a:off x="10321486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6" name="Rectangle : coins arrondis 165">
            <a:extLst>
              <a:ext uri="{FF2B5EF4-FFF2-40B4-BE49-F238E27FC236}">
                <a16:creationId xmlns:a16="http://schemas.microsoft.com/office/drawing/2014/main" id="{49C271F7-C31E-50E6-240A-65C172E289B0}"/>
              </a:ext>
            </a:extLst>
          </p:cNvPr>
          <p:cNvSpPr>
            <a:spLocks noChangeAspect="1"/>
          </p:cNvSpPr>
          <p:nvPr/>
        </p:nvSpPr>
        <p:spPr>
          <a:xfrm>
            <a:off x="11251597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67" name="Rectangle : coins arrondis 166">
            <a:extLst>
              <a:ext uri="{FF2B5EF4-FFF2-40B4-BE49-F238E27FC236}">
                <a16:creationId xmlns:a16="http://schemas.microsoft.com/office/drawing/2014/main" id="{7254FC36-32CA-0C12-1AD2-EAEB76C484E4}"/>
              </a:ext>
            </a:extLst>
          </p:cNvPr>
          <p:cNvSpPr>
            <a:spLocks noChangeAspect="1"/>
          </p:cNvSpPr>
          <p:nvPr/>
        </p:nvSpPr>
        <p:spPr>
          <a:xfrm>
            <a:off x="1012864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13</a:t>
            </a:r>
          </a:p>
        </p:txBody>
      </p:sp>
      <p:sp>
        <p:nvSpPr>
          <p:cNvPr id="168" name="Rectangle : coins arrondis 167">
            <a:extLst>
              <a:ext uri="{FF2B5EF4-FFF2-40B4-BE49-F238E27FC236}">
                <a16:creationId xmlns:a16="http://schemas.microsoft.com/office/drawing/2014/main" id="{19D44EB0-8456-3428-ABBA-7ED62D0E778B}"/>
              </a:ext>
            </a:extLst>
          </p:cNvPr>
          <p:cNvSpPr>
            <a:spLocks noChangeAspect="1"/>
          </p:cNvSpPr>
          <p:nvPr/>
        </p:nvSpPr>
        <p:spPr>
          <a:xfrm>
            <a:off x="1942518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14</a:t>
            </a:r>
          </a:p>
        </p:txBody>
      </p:sp>
      <p:sp>
        <p:nvSpPr>
          <p:cNvPr id="169" name="Rectangle : coins arrondis 168">
            <a:extLst>
              <a:ext uri="{FF2B5EF4-FFF2-40B4-BE49-F238E27FC236}">
                <a16:creationId xmlns:a16="http://schemas.microsoft.com/office/drawing/2014/main" id="{7C6B83B4-57F1-4B91-E571-B68A814B55DF}"/>
              </a:ext>
            </a:extLst>
          </p:cNvPr>
          <p:cNvSpPr>
            <a:spLocks noChangeAspect="1"/>
          </p:cNvSpPr>
          <p:nvPr/>
        </p:nvSpPr>
        <p:spPr>
          <a:xfrm>
            <a:off x="2872172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15</a:t>
            </a:r>
          </a:p>
        </p:txBody>
      </p:sp>
      <p:sp>
        <p:nvSpPr>
          <p:cNvPr id="170" name="Rectangle : coins arrondis 169">
            <a:extLst>
              <a:ext uri="{FF2B5EF4-FFF2-40B4-BE49-F238E27FC236}">
                <a16:creationId xmlns:a16="http://schemas.microsoft.com/office/drawing/2014/main" id="{CEA69816-BFAA-81AB-A338-BC49E04EE181}"/>
              </a:ext>
            </a:extLst>
          </p:cNvPr>
          <p:cNvSpPr>
            <a:spLocks noChangeAspect="1"/>
          </p:cNvSpPr>
          <p:nvPr/>
        </p:nvSpPr>
        <p:spPr>
          <a:xfrm>
            <a:off x="3801826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16</a:t>
            </a:r>
          </a:p>
        </p:txBody>
      </p:sp>
      <p:sp>
        <p:nvSpPr>
          <p:cNvPr id="171" name="Rectangle : coins arrondis 170">
            <a:extLst>
              <a:ext uri="{FF2B5EF4-FFF2-40B4-BE49-F238E27FC236}">
                <a16:creationId xmlns:a16="http://schemas.microsoft.com/office/drawing/2014/main" id="{63C628E1-F2C3-5D5C-C26A-1BEBC314F27F}"/>
              </a:ext>
            </a:extLst>
          </p:cNvPr>
          <p:cNvSpPr>
            <a:spLocks noChangeAspect="1"/>
          </p:cNvSpPr>
          <p:nvPr/>
        </p:nvSpPr>
        <p:spPr>
          <a:xfrm>
            <a:off x="4731480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17</a:t>
            </a:r>
          </a:p>
        </p:txBody>
      </p:sp>
      <p:sp>
        <p:nvSpPr>
          <p:cNvPr id="172" name="Rectangle : coins arrondis 171">
            <a:extLst>
              <a:ext uri="{FF2B5EF4-FFF2-40B4-BE49-F238E27FC236}">
                <a16:creationId xmlns:a16="http://schemas.microsoft.com/office/drawing/2014/main" id="{64548608-0CD5-E4CF-6E1A-E5E0583BD90B}"/>
              </a:ext>
            </a:extLst>
          </p:cNvPr>
          <p:cNvSpPr>
            <a:spLocks noChangeAspect="1"/>
          </p:cNvSpPr>
          <p:nvPr/>
        </p:nvSpPr>
        <p:spPr>
          <a:xfrm>
            <a:off x="5661134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18</a:t>
            </a:r>
          </a:p>
        </p:txBody>
      </p:sp>
      <p:sp>
        <p:nvSpPr>
          <p:cNvPr id="173" name="Rectangle : coins arrondis 172">
            <a:extLst>
              <a:ext uri="{FF2B5EF4-FFF2-40B4-BE49-F238E27FC236}">
                <a16:creationId xmlns:a16="http://schemas.microsoft.com/office/drawing/2014/main" id="{120D8B15-124A-9E41-8F29-A1B63A371E82}"/>
              </a:ext>
            </a:extLst>
          </p:cNvPr>
          <p:cNvSpPr>
            <a:spLocks noChangeAspect="1"/>
          </p:cNvSpPr>
          <p:nvPr/>
        </p:nvSpPr>
        <p:spPr>
          <a:xfrm>
            <a:off x="6590788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19</a:t>
            </a:r>
          </a:p>
        </p:txBody>
      </p:sp>
      <p:sp>
        <p:nvSpPr>
          <p:cNvPr id="174" name="Rectangle : coins arrondis 173">
            <a:extLst>
              <a:ext uri="{FF2B5EF4-FFF2-40B4-BE49-F238E27FC236}">
                <a16:creationId xmlns:a16="http://schemas.microsoft.com/office/drawing/2014/main" id="{A7C48AC0-4AC3-DD4D-06F2-D69A03272211}"/>
              </a:ext>
            </a:extLst>
          </p:cNvPr>
          <p:cNvSpPr>
            <a:spLocks noChangeAspect="1"/>
          </p:cNvSpPr>
          <p:nvPr/>
        </p:nvSpPr>
        <p:spPr>
          <a:xfrm>
            <a:off x="7520442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20</a:t>
            </a:r>
          </a:p>
        </p:txBody>
      </p:sp>
      <p:sp>
        <p:nvSpPr>
          <p:cNvPr id="175" name="Rectangle : coins arrondis 174">
            <a:extLst>
              <a:ext uri="{FF2B5EF4-FFF2-40B4-BE49-F238E27FC236}">
                <a16:creationId xmlns:a16="http://schemas.microsoft.com/office/drawing/2014/main" id="{A62DC395-A9AA-7F71-6A40-CAC0521D6949}"/>
              </a:ext>
            </a:extLst>
          </p:cNvPr>
          <p:cNvSpPr>
            <a:spLocks noChangeAspect="1"/>
          </p:cNvSpPr>
          <p:nvPr/>
        </p:nvSpPr>
        <p:spPr>
          <a:xfrm>
            <a:off x="8450096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21</a:t>
            </a:r>
          </a:p>
        </p:txBody>
      </p:sp>
      <p:sp>
        <p:nvSpPr>
          <p:cNvPr id="176" name="Rectangle : coins arrondis 175">
            <a:extLst>
              <a:ext uri="{FF2B5EF4-FFF2-40B4-BE49-F238E27FC236}">
                <a16:creationId xmlns:a16="http://schemas.microsoft.com/office/drawing/2014/main" id="{EF095ADF-114A-6842-7293-066AD500C8B1}"/>
              </a:ext>
            </a:extLst>
          </p:cNvPr>
          <p:cNvSpPr>
            <a:spLocks noChangeAspect="1"/>
          </p:cNvSpPr>
          <p:nvPr/>
        </p:nvSpPr>
        <p:spPr>
          <a:xfrm>
            <a:off x="9379750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22</a:t>
            </a:r>
          </a:p>
        </p:txBody>
      </p:sp>
      <p:sp>
        <p:nvSpPr>
          <p:cNvPr id="177" name="Rectangle : coins arrondis 176">
            <a:extLst>
              <a:ext uri="{FF2B5EF4-FFF2-40B4-BE49-F238E27FC236}">
                <a16:creationId xmlns:a16="http://schemas.microsoft.com/office/drawing/2014/main" id="{57E75424-EF1A-6398-B966-7B7EA596200B}"/>
              </a:ext>
            </a:extLst>
          </p:cNvPr>
          <p:cNvSpPr>
            <a:spLocks noChangeAspect="1"/>
          </p:cNvSpPr>
          <p:nvPr/>
        </p:nvSpPr>
        <p:spPr>
          <a:xfrm>
            <a:off x="10309404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23</a:t>
            </a:r>
          </a:p>
        </p:txBody>
      </p:sp>
      <p:sp>
        <p:nvSpPr>
          <p:cNvPr id="178" name="Rectangle : coins arrondis 177">
            <a:extLst>
              <a:ext uri="{FF2B5EF4-FFF2-40B4-BE49-F238E27FC236}">
                <a16:creationId xmlns:a16="http://schemas.microsoft.com/office/drawing/2014/main" id="{D1760579-FFA1-345A-DF9B-399134FAE5A8}"/>
              </a:ext>
            </a:extLst>
          </p:cNvPr>
          <p:cNvSpPr>
            <a:spLocks noChangeAspect="1"/>
          </p:cNvSpPr>
          <p:nvPr/>
        </p:nvSpPr>
        <p:spPr>
          <a:xfrm>
            <a:off x="11239058" y="1252449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24</a:t>
            </a:r>
          </a:p>
        </p:txBody>
      </p:sp>
      <p:sp>
        <p:nvSpPr>
          <p:cNvPr id="179" name="Rectangle : coins arrondis 178">
            <a:extLst>
              <a:ext uri="{FF2B5EF4-FFF2-40B4-BE49-F238E27FC236}">
                <a16:creationId xmlns:a16="http://schemas.microsoft.com/office/drawing/2014/main" id="{8BC7CF52-5DC8-B5F6-9C17-E5C7978DCE01}"/>
              </a:ext>
            </a:extLst>
          </p:cNvPr>
          <p:cNvSpPr>
            <a:spLocks noChangeAspect="1"/>
          </p:cNvSpPr>
          <p:nvPr/>
        </p:nvSpPr>
        <p:spPr>
          <a:xfrm>
            <a:off x="982365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25</a:t>
            </a:r>
          </a:p>
        </p:txBody>
      </p:sp>
      <p:sp>
        <p:nvSpPr>
          <p:cNvPr id="180" name="Rectangle : coins arrondis 179">
            <a:extLst>
              <a:ext uri="{FF2B5EF4-FFF2-40B4-BE49-F238E27FC236}">
                <a16:creationId xmlns:a16="http://schemas.microsoft.com/office/drawing/2014/main" id="{9C576A8D-BB76-47FB-9C28-BD7B71B9E9C9}"/>
              </a:ext>
            </a:extLst>
          </p:cNvPr>
          <p:cNvSpPr>
            <a:spLocks noChangeAspect="1"/>
          </p:cNvSpPr>
          <p:nvPr/>
        </p:nvSpPr>
        <p:spPr>
          <a:xfrm>
            <a:off x="1912471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1" name="Rectangle : coins arrondis 180">
            <a:extLst>
              <a:ext uri="{FF2B5EF4-FFF2-40B4-BE49-F238E27FC236}">
                <a16:creationId xmlns:a16="http://schemas.microsoft.com/office/drawing/2014/main" id="{03AA3B56-8A6A-B62C-855E-A1D2B299C7D5}"/>
              </a:ext>
            </a:extLst>
          </p:cNvPr>
          <p:cNvSpPr>
            <a:spLocks noChangeAspect="1"/>
          </p:cNvSpPr>
          <p:nvPr/>
        </p:nvSpPr>
        <p:spPr>
          <a:xfrm>
            <a:off x="2842577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2" name="Rectangle : coins arrondis 181">
            <a:extLst>
              <a:ext uri="{FF2B5EF4-FFF2-40B4-BE49-F238E27FC236}">
                <a16:creationId xmlns:a16="http://schemas.microsoft.com/office/drawing/2014/main" id="{603BB995-2DC0-AB37-1723-6BD9CF2209B9}"/>
              </a:ext>
            </a:extLst>
          </p:cNvPr>
          <p:cNvSpPr>
            <a:spLocks noChangeAspect="1"/>
          </p:cNvSpPr>
          <p:nvPr/>
        </p:nvSpPr>
        <p:spPr>
          <a:xfrm>
            <a:off x="3772683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3" name="Rectangle : coins arrondis 182">
            <a:extLst>
              <a:ext uri="{FF2B5EF4-FFF2-40B4-BE49-F238E27FC236}">
                <a16:creationId xmlns:a16="http://schemas.microsoft.com/office/drawing/2014/main" id="{F7BD7923-3AC0-CD85-1337-CDFAC30F2797}"/>
              </a:ext>
            </a:extLst>
          </p:cNvPr>
          <p:cNvSpPr>
            <a:spLocks noChangeAspect="1"/>
          </p:cNvSpPr>
          <p:nvPr/>
        </p:nvSpPr>
        <p:spPr>
          <a:xfrm>
            <a:off x="4702789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4" name="Rectangle : coins arrondis 183">
            <a:extLst>
              <a:ext uri="{FF2B5EF4-FFF2-40B4-BE49-F238E27FC236}">
                <a16:creationId xmlns:a16="http://schemas.microsoft.com/office/drawing/2014/main" id="{38DFE58A-EA3C-26A1-4B39-B929D846ED42}"/>
              </a:ext>
            </a:extLst>
          </p:cNvPr>
          <p:cNvSpPr>
            <a:spLocks noChangeAspect="1"/>
          </p:cNvSpPr>
          <p:nvPr/>
        </p:nvSpPr>
        <p:spPr>
          <a:xfrm>
            <a:off x="5632895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5" name="Rectangle : coins arrondis 184">
            <a:extLst>
              <a:ext uri="{FF2B5EF4-FFF2-40B4-BE49-F238E27FC236}">
                <a16:creationId xmlns:a16="http://schemas.microsoft.com/office/drawing/2014/main" id="{8958B71B-6CD2-E2C7-335F-4BC6090B245A}"/>
              </a:ext>
            </a:extLst>
          </p:cNvPr>
          <p:cNvSpPr>
            <a:spLocks noChangeAspect="1"/>
          </p:cNvSpPr>
          <p:nvPr/>
        </p:nvSpPr>
        <p:spPr>
          <a:xfrm>
            <a:off x="6563001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6" name="Rectangle : coins arrondis 185">
            <a:extLst>
              <a:ext uri="{FF2B5EF4-FFF2-40B4-BE49-F238E27FC236}">
                <a16:creationId xmlns:a16="http://schemas.microsoft.com/office/drawing/2014/main" id="{2F0A5065-0A08-9FDF-4D49-3AFBD80AA57C}"/>
              </a:ext>
            </a:extLst>
          </p:cNvPr>
          <p:cNvSpPr>
            <a:spLocks noChangeAspect="1"/>
          </p:cNvSpPr>
          <p:nvPr/>
        </p:nvSpPr>
        <p:spPr>
          <a:xfrm>
            <a:off x="7493107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7" name="Rectangle : coins arrondis 186">
            <a:extLst>
              <a:ext uri="{FF2B5EF4-FFF2-40B4-BE49-F238E27FC236}">
                <a16:creationId xmlns:a16="http://schemas.microsoft.com/office/drawing/2014/main" id="{068D64CD-0126-4BE3-5AB0-0585CC14E98A}"/>
              </a:ext>
            </a:extLst>
          </p:cNvPr>
          <p:cNvSpPr>
            <a:spLocks noChangeAspect="1"/>
          </p:cNvSpPr>
          <p:nvPr/>
        </p:nvSpPr>
        <p:spPr>
          <a:xfrm>
            <a:off x="8423213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8" name="Rectangle : coins arrondis 187">
            <a:extLst>
              <a:ext uri="{FF2B5EF4-FFF2-40B4-BE49-F238E27FC236}">
                <a16:creationId xmlns:a16="http://schemas.microsoft.com/office/drawing/2014/main" id="{009073D1-E9CA-830B-B350-45CDA53FE945}"/>
              </a:ext>
            </a:extLst>
          </p:cNvPr>
          <p:cNvSpPr>
            <a:spLocks noChangeAspect="1"/>
          </p:cNvSpPr>
          <p:nvPr/>
        </p:nvSpPr>
        <p:spPr>
          <a:xfrm>
            <a:off x="9353319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89" name="Rectangle : coins arrondis 188">
            <a:extLst>
              <a:ext uri="{FF2B5EF4-FFF2-40B4-BE49-F238E27FC236}">
                <a16:creationId xmlns:a16="http://schemas.microsoft.com/office/drawing/2014/main" id="{76A0C60A-D6D5-0E1E-C9B8-2CC447ED941D}"/>
              </a:ext>
            </a:extLst>
          </p:cNvPr>
          <p:cNvSpPr>
            <a:spLocks noChangeAspect="1"/>
          </p:cNvSpPr>
          <p:nvPr/>
        </p:nvSpPr>
        <p:spPr>
          <a:xfrm>
            <a:off x="10283425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0" name="Rectangle : coins arrondis 189">
            <a:extLst>
              <a:ext uri="{FF2B5EF4-FFF2-40B4-BE49-F238E27FC236}">
                <a16:creationId xmlns:a16="http://schemas.microsoft.com/office/drawing/2014/main" id="{4ACE189E-34FF-D59C-A208-2CEB17544494}"/>
              </a:ext>
            </a:extLst>
          </p:cNvPr>
          <p:cNvSpPr>
            <a:spLocks noChangeAspect="1"/>
          </p:cNvSpPr>
          <p:nvPr/>
        </p:nvSpPr>
        <p:spPr>
          <a:xfrm>
            <a:off x="1121353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1" name="Rectangle : coins arrondis 190">
            <a:extLst>
              <a:ext uri="{FF2B5EF4-FFF2-40B4-BE49-F238E27FC236}">
                <a16:creationId xmlns:a16="http://schemas.microsoft.com/office/drawing/2014/main" id="{9CC16A43-2F58-E796-69AD-F85F4277865D}"/>
              </a:ext>
            </a:extLst>
          </p:cNvPr>
          <p:cNvSpPr>
            <a:spLocks noChangeAspect="1"/>
          </p:cNvSpPr>
          <p:nvPr/>
        </p:nvSpPr>
        <p:spPr>
          <a:xfrm>
            <a:off x="991735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192" name="Rectangle : coins arrondis 191">
            <a:extLst>
              <a:ext uri="{FF2B5EF4-FFF2-40B4-BE49-F238E27FC236}">
                <a16:creationId xmlns:a16="http://schemas.microsoft.com/office/drawing/2014/main" id="{B09671F6-8F7E-DB64-9A99-6D88D0783229}"/>
              </a:ext>
            </a:extLst>
          </p:cNvPr>
          <p:cNvSpPr>
            <a:spLocks noChangeAspect="1"/>
          </p:cNvSpPr>
          <p:nvPr/>
        </p:nvSpPr>
        <p:spPr>
          <a:xfrm>
            <a:off x="1921841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3" name="Rectangle : coins arrondis 192">
            <a:extLst>
              <a:ext uri="{FF2B5EF4-FFF2-40B4-BE49-F238E27FC236}">
                <a16:creationId xmlns:a16="http://schemas.microsoft.com/office/drawing/2014/main" id="{262A4A5C-F6C5-1C12-17B1-9D93DA8218F2}"/>
              </a:ext>
            </a:extLst>
          </p:cNvPr>
          <p:cNvSpPr>
            <a:spLocks noChangeAspect="1"/>
          </p:cNvSpPr>
          <p:nvPr/>
        </p:nvSpPr>
        <p:spPr>
          <a:xfrm>
            <a:off x="2851947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4" name="Rectangle : coins arrondis 193">
            <a:extLst>
              <a:ext uri="{FF2B5EF4-FFF2-40B4-BE49-F238E27FC236}">
                <a16:creationId xmlns:a16="http://schemas.microsoft.com/office/drawing/2014/main" id="{865A9AF1-C522-25A4-67BC-EC5E900BEDD9}"/>
              </a:ext>
            </a:extLst>
          </p:cNvPr>
          <p:cNvSpPr>
            <a:spLocks noChangeAspect="1"/>
          </p:cNvSpPr>
          <p:nvPr/>
        </p:nvSpPr>
        <p:spPr>
          <a:xfrm>
            <a:off x="3782053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5" name="Rectangle : coins arrondis 194">
            <a:extLst>
              <a:ext uri="{FF2B5EF4-FFF2-40B4-BE49-F238E27FC236}">
                <a16:creationId xmlns:a16="http://schemas.microsoft.com/office/drawing/2014/main" id="{A3307913-F508-1C27-FA9A-3042A67BDEA7}"/>
              </a:ext>
            </a:extLst>
          </p:cNvPr>
          <p:cNvSpPr>
            <a:spLocks noChangeAspect="1"/>
          </p:cNvSpPr>
          <p:nvPr/>
        </p:nvSpPr>
        <p:spPr>
          <a:xfrm>
            <a:off x="4712159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6" name="Rectangle : coins arrondis 195">
            <a:extLst>
              <a:ext uri="{FF2B5EF4-FFF2-40B4-BE49-F238E27FC236}">
                <a16:creationId xmlns:a16="http://schemas.microsoft.com/office/drawing/2014/main" id="{18FD6BE7-2F46-7170-2512-419701A93E39}"/>
              </a:ext>
            </a:extLst>
          </p:cNvPr>
          <p:cNvSpPr>
            <a:spLocks noChangeAspect="1"/>
          </p:cNvSpPr>
          <p:nvPr/>
        </p:nvSpPr>
        <p:spPr>
          <a:xfrm>
            <a:off x="5642265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7" name="Rectangle : coins arrondis 196">
            <a:extLst>
              <a:ext uri="{FF2B5EF4-FFF2-40B4-BE49-F238E27FC236}">
                <a16:creationId xmlns:a16="http://schemas.microsoft.com/office/drawing/2014/main" id="{ACBAD733-1BD6-07AE-A79A-098EE715FAEF}"/>
              </a:ext>
            </a:extLst>
          </p:cNvPr>
          <p:cNvSpPr>
            <a:spLocks noChangeAspect="1"/>
          </p:cNvSpPr>
          <p:nvPr/>
        </p:nvSpPr>
        <p:spPr>
          <a:xfrm>
            <a:off x="6572371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8" name="Rectangle : coins arrondis 197">
            <a:extLst>
              <a:ext uri="{FF2B5EF4-FFF2-40B4-BE49-F238E27FC236}">
                <a16:creationId xmlns:a16="http://schemas.microsoft.com/office/drawing/2014/main" id="{0333346E-8621-79DB-E049-869CC33E8ECD}"/>
              </a:ext>
            </a:extLst>
          </p:cNvPr>
          <p:cNvSpPr>
            <a:spLocks noChangeAspect="1"/>
          </p:cNvSpPr>
          <p:nvPr/>
        </p:nvSpPr>
        <p:spPr>
          <a:xfrm>
            <a:off x="7502477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199" name="Rectangle : coins arrondis 198">
            <a:extLst>
              <a:ext uri="{FF2B5EF4-FFF2-40B4-BE49-F238E27FC236}">
                <a16:creationId xmlns:a16="http://schemas.microsoft.com/office/drawing/2014/main" id="{EB5CDFBF-41EB-8D98-DB4D-EBB1014FB47D}"/>
              </a:ext>
            </a:extLst>
          </p:cNvPr>
          <p:cNvSpPr>
            <a:spLocks noChangeAspect="1"/>
          </p:cNvSpPr>
          <p:nvPr/>
        </p:nvSpPr>
        <p:spPr>
          <a:xfrm>
            <a:off x="8432583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0" name="Rectangle : coins arrondis 199">
            <a:extLst>
              <a:ext uri="{FF2B5EF4-FFF2-40B4-BE49-F238E27FC236}">
                <a16:creationId xmlns:a16="http://schemas.microsoft.com/office/drawing/2014/main" id="{809BAD33-14F0-4B8F-4590-A0DC3C9DB1F5}"/>
              </a:ext>
            </a:extLst>
          </p:cNvPr>
          <p:cNvSpPr>
            <a:spLocks noChangeAspect="1"/>
          </p:cNvSpPr>
          <p:nvPr/>
        </p:nvSpPr>
        <p:spPr>
          <a:xfrm>
            <a:off x="9362689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1" name="Rectangle : coins arrondis 200">
            <a:extLst>
              <a:ext uri="{FF2B5EF4-FFF2-40B4-BE49-F238E27FC236}">
                <a16:creationId xmlns:a16="http://schemas.microsoft.com/office/drawing/2014/main" id="{C69687EA-CAE3-849F-3573-7A07174FFEDC}"/>
              </a:ext>
            </a:extLst>
          </p:cNvPr>
          <p:cNvSpPr>
            <a:spLocks noChangeAspect="1"/>
          </p:cNvSpPr>
          <p:nvPr/>
        </p:nvSpPr>
        <p:spPr>
          <a:xfrm>
            <a:off x="10292795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2" name="Rectangle : coins arrondis 201">
            <a:extLst>
              <a:ext uri="{FF2B5EF4-FFF2-40B4-BE49-F238E27FC236}">
                <a16:creationId xmlns:a16="http://schemas.microsoft.com/office/drawing/2014/main" id="{2F4B0222-3FCE-0EB7-87AF-F1B08D5AC6BA}"/>
              </a:ext>
            </a:extLst>
          </p:cNvPr>
          <p:cNvSpPr>
            <a:spLocks noChangeAspect="1"/>
          </p:cNvSpPr>
          <p:nvPr/>
        </p:nvSpPr>
        <p:spPr>
          <a:xfrm>
            <a:off x="11222906" y="241287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3" name="Rectangle : coins arrondis 202">
            <a:extLst>
              <a:ext uri="{FF2B5EF4-FFF2-40B4-BE49-F238E27FC236}">
                <a16:creationId xmlns:a16="http://schemas.microsoft.com/office/drawing/2014/main" id="{D7B241FB-8F53-7D50-C40F-8D48A794FC9F}"/>
              </a:ext>
            </a:extLst>
          </p:cNvPr>
          <p:cNvSpPr>
            <a:spLocks noChangeAspect="1"/>
          </p:cNvSpPr>
          <p:nvPr/>
        </p:nvSpPr>
        <p:spPr>
          <a:xfrm>
            <a:off x="102979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204" name="Rectangle : coins arrondis 203">
            <a:extLst>
              <a:ext uri="{FF2B5EF4-FFF2-40B4-BE49-F238E27FC236}">
                <a16:creationId xmlns:a16="http://schemas.microsoft.com/office/drawing/2014/main" id="{520346E2-DC09-FFFB-AC7D-BECAEE7B4756}"/>
              </a:ext>
            </a:extLst>
          </p:cNvPr>
          <p:cNvSpPr>
            <a:spLocks noChangeAspect="1"/>
          </p:cNvSpPr>
          <p:nvPr/>
        </p:nvSpPr>
        <p:spPr>
          <a:xfrm>
            <a:off x="1959902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5" name="Rectangle : coins arrondis 204">
            <a:extLst>
              <a:ext uri="{FF2B5EF4-FFF2-40B4-BE49-F238E27FC236}">
                <a16:creationId xmlns:a16="http://schemas.microsoft.com/office/drawing/2014/main" id="{0443A147-D713-6B3B-2633-AB572765C318}"/>
              </a:ext>
            </a:extLst>
          </p:cNvPr>
          <p:cNvSpPr>
            <a:spLocks noChangeAspect="1"/>
          </p:cNvSpPr>
          <p:nvPr/>
        </p:nvSpPr>
        <p:spPr>
          <a:xfrm>
            <a:off x="2890008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6" name="Rectangle : coins arrondis 205">
            <a:extLst>
              <a:ext uri="{FF2B5EF4-FFF2-40B4-BE49-F238E27FC236}">
                <a16:creationId xmlns:a16="http://schemas.microsoft.com/office/drawing/2014/main" id="{A0C0B78B-9D9B-F6D2-7C8D-EE247799783B}"/>
              </a:ext>
            </a:extLst>
          </p:cNvPr>
          <p:cNvSpPr>
            <a:spLocks noChangeAspect="1"/>
          </p:cNvSpPr>
          <p:nvPr/>
        </p:nvSpPr>
        <p:spPr>
          <a:xfrm>
            <a:off x="3820114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7" name="Rectangle : coins arrondis 206">
            <a:extLst>
              <a:ext uri="{FF2B5EF4-FFF2-40B4-BE49-F238E27FC236}">
                <a16:creationId xmlns:a16="http://schemas.microsoft.com/office/drawing/2014/main" id="{7CC8A814-2339-5E5E-8087-9AB0B093B547}"/>
              </a:ext>
            </a:extLst>
          </p:cNvPr>
          <p:cNvSpPr>
            <a:spLocks noChangeAspect="1"/>
          </p:cNvSpPr>
          <p:nvPr/>
        </p:nvSpPr>
        <p:spPr>
          <a:xfrm>
            <a:off x="4750220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8" name="Rectangle : coins arrondis 207">
            <a:extLst>
              <a:ext uri="{FF2B5EF4-FFF2-40B4-BE49-F238E27FC236}">
                <a16:creationId xmlns:a16="http://schemas.microsoft.com/office/drawing/2014/main" id="{0C3B55B4-E929-E7EC-0400-A66A5A430E79}"/>
              </a:ext>
            </a:extLst>
          </p:cNvPr>
          <p:cNvSpPr>
            <a:spLocks noChangeAspect="1"/>
          </p:cNvSpPr>
          <p:nvPr/>
        </p:nvSpPr>
        <p:spPr>
          <a:xfrm>
            <a:off x="568032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09" name="Rectangle : coins arrondis 208">
            <a:extLst>
              <a:ext uri="{FF2B5EF4-FFF2-40B4-BE49-F238E27FC236}">
                <a16:creationId xmlns:a16="http://schemas.microsoft.com/office/drawing/2014/main" id="{6BDBFD6D-19B9-4E42-0F7D-A65C1135398F}"/>
              </a:ext>
            </a:extLst>
          </p:cNvPr>
          <p:cNvSpPr>
            <a:spLocks noChangeAspect="1"/>
          </p:cNvSpPr>
          <p:nvPr/>
        </p:nvSpPr>
        <p:spPr>
          <a:xfrm>
            <a:off x="6610432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0" name="Rectangle : coins arrondis 209">
            <a:extLst>
              <a:ext uri="{FF2B5EF4-FFF2-40B4-BE49-F238E27FC236}">
                <a16:creationId xmlns:a16="http://schemas.microsoft.com/office/drawing/2014/main" id="{3E0D6D0F-90A0-7B0C-0508-34EEC4CBC993}"/>
              </a:ext>
            </a:extLst>
          </p:cNvPr>
          <p:cNvSpPr>
            <a:spLocks noChangeAspect="1"/>
          </p:cNvSpPr>
          <p:nvPr/>
        </p:nvSpPr>
        <p:spPr>
          <a:xfrm>
            <a:off x="7540538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1" name="Rectangle : coins arrondis 210">
            <a:extLst>
              <a:ext uri="{FF2B5EF4-FFF2-40B4-BE49-F238E27FC236}">
                <a16:creationId xmlns:a16="http://schemas.microsoft.com/office/drawing/2014/main" id="{31BAC7A8-830F-6CC8-10E0-5FBF2DB60E99}"/>
              </a:ext>
            </a:extLst>
          </p:cNvPr>
          <p:cNvSpPr>
            <a:spLocks noChangeAspect="1"/>
          </p:cNvSpPr>
          <p:nvPr/>
        </p:nvSpPr>
        <p:spPr>
          <a:xfrm>
            <a:off x="8470644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2" name="Rectangle : coins arrondis 211">
            <a:extLst>
              <a:ext uri="{FF2B5EF4-FFF2-40B4-BE49-F238E27FC236}">
                <a16:creationId xmlns:a16="http://schemas.microsoft.com/office/drawing/2014/main" id="{2FF1F5CA-B964-F34F-B4E4-DEB5B8858D29}"/>
              </a:ext>
            </a:extLst>
          </p:cNvPr>
          <p:cNvSpPr>
            <a:spLocks noChangeAspect="1"/>
          </p:cNvSpPr>
          <p:nvPr/>
        </p:nvSpPr>
        <p:spPr>
          <a:xfrm>
            <a:off x="9400750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3" name="Rectangle : coins arrondis 212">
            <a:extLst>
              <a:ext uri="{FF2B5EF4-FFF2-40B4-BE49-F238E27FC236}">
                <a16:creationId xmlns:a16="http://schemas.microsoft.com/office/drawing/2014/main" id="{9826D812-3060-10E2-31D2-AC3D63A414F8}"/>
              </a:ext>
            </a:extLst>
          </p:cNvPr>
          <p:cNvSpPr>
            <a:spLocks noChangeAspect="1"/>
          </p:cNvSpPr>
          <p:nvPr/>
        </p:nvSpPr>
        <p:spPr>
          <a:xfrm>
            <a:off x="1033085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4" name="Rectangle : coins arrondis 213">
            <a:extLst>
              <a:ext uri="{FF2B5EF4-FFF2-40B4-BE49-F238E27FC236}">
                <a16:creationId xmlns:a16="http://schemas.microsoft.com/office/drawing/2014/main" id="{AD847C8B-BBFF-5FD1-0B6D-B79E8798B9AE}"/>
              </a:ext>
            </a:extLst>
          </p:cNvPr>
          <p:cNvSpPr>
            <a:spLocks noChangeAspect="1"/>
          </p:cNvSpPr>
          <p:nvPr/>
        </p:nvSpPr>
        <p:spPr>
          <a:xfrm>
            <a:off x="11260967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15" name="Rectangle : coins arrondis 214">
            <a:extLst>
              <a:ext uri="{FF2B5EF4-FFF2-40B4-BE49-F238E27FC236}">
                <a16:creationId xmlns:a16="http://schemas.microsoft.com/office/drawing/2014/main" id="{92D22110-ABC1-62FA-1F2D-6F277068FE5B}"/>
              </a:ext>
            </a:extLst>
          </p:cNvPr>
          <p:cNvSpPr>
            <a:spLocks noChangeAspect="1"/>
          </p:cNvSpPr>
          <p:nvPr/>
        </p:nvSpPr>
        <p:spPr>
          <a:xfrm>
            <a:off x="1022234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25</a:t>
            </a:r>
          </a:p>
        </p:txBody>
      </p:sp>
      <p:sp>
        <p:nvSpPr>
          <p:cNvPr id="216" name="Rectangle : coins arrondis 215">
            <a:extLst>
              <a:ext uri="{FF2B5EF4-FFF2-40B4-BE49-F238E27FC236}">
                <a16:creationId xmlns:a16="http://schemas.microsoft.com/office/drawing/2014/main" id="{8637C947-AF4D-EF77-3D08-7CF309B351A1}"/>
              </a:ext>
            </a:extLst>
          </p:cNvPr>
          <p:cNvSpPr>
            <a:spLocks noChangeAspect="1"/>
          </p:cNvSpPr>
          <p:nvPr/>
        </p:nvSpPr>
        <p:spPr>
          <a:xfrm>
            <a:off x="1951888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26</a:t>
            </a:r>
          </a:p>
        </p:txBody>
      </p:sp>
      <p:sp>
        <p:nvSpPr>
          <p:cNvPr id="217" name="Rectangle : coins arrondis 216">
            <a:extLst>
              <a:ext uri="{FF2B5EF4-FFF2-40B4-BE49-F238E27FC236}">
                <a16:creationId xmlns:a16="http://schemas.microsoft.com/office/drawing/2014/main" id="{F44C2904-9F95-A91E-7F0E-90759DDE48AD}"/>
              </a:ext>
            </a:extLst>
          </p:cNvPr>
          <p:cNvSpPr>
            <a:spLocks noChangeAspect="1"/>
          </p:cNvSpPr>
          <p:nvPr/>
        </p:nvSpPr>
        <p:spPr>
          <a:xfrm>
            <a:off x="2881542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27</a:t>
            </a:r>
          </a:p>
        </p:txBody>
      </p:sp>
      <p:sp>
        <p:nvSpPr>
          <p:cNvPr id="218" name="Rectangle : coins arrondis 217">
            <a:extLst>
              <a:ext uri="{FF2B5EF4-FFF2-40B4-BE49-F238E27FC236}">
                <a16:creationId xmlns:a16="http://schemas.microsoft.com/office/drawing/2014/main" id="{58D43C67-F2BE-BDC7-90DA-C821C32DD4A2}"/>
              </a:ext>
            </a:extLst>
          </p:cNvPr>
          <p:cNvSpPr>
            <a:spLocks noChangeAspect="1"/>
          </p:cNvSpPr>
          <p:nvPr/>
        </p:nvSpPr>
        <p:spPr>
          <a:xfrm>
            <a:off x="381119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28</a:t>
            </a:r>
          </a:p>
        </p:txBody>
      </p:sp>
      <p:sp>
        <p:nvSpPr>
          <p:cNvPr id="219" name="Rectangle : coins arrondis 218">
            <a:extLst>
              <a:ext uri="{FF2B5EF4-FFF2-40B4-BE49-F238E27FC236}">
                <a16:creationId xmlns:a16="http://schemas.microsoft.com/office/drawing/2014/main" id="{52A9783A-1EAB-CCA4-B05A-EC2F4177403C}"/>
              </a:ext>
            </a:extLst>
          </p:cNvPr>
          <p:cNvSpPr>
            <a:spLocks noChangeAspect="1"/>
          </p:cNvSpPr>
          <p:nvPr/>
        </p:nvSpPr>
        <p:spPr>
          <a:xfrm>
            <a:off x="4740850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29</a:t>
            </a:r>
          </a:p>
        </p:txBody>
      </p:sp>
      <p:sp>
        <p:nvSpPr>
          <p:cNvPr id="220" name="Rectangle : coins arrondis 219">
            <a:extLst>
              <a:ext uri="{FF2B5EF4-FFF2-40B4-BE49-F238E27FC236}">
                <a16:creationId xmlns:a16="http://schemas.microsoft.com/office/drawing/2014/main" id="{14FFBFAD-1C6F-F03F-0EBB-A6BE908EAA5D}"/>
              </a:ext>
            </a:extLst>
          </p:cNvPr>
          <p:cNvSpPr>
            <a:spLocks noChangeAspect="1"/>
          </p:cNvSpPr>
          <p:nvPr/>
        </p:nvSpPr>
        <p:spPr>
          <a:xfrm>
            <a:off x="5670504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30</a:t>
            </a:r>
          </a:p>
        </p:txBody>
      </p:sp>
      <p:sp>
        <p:nvSpPr>
          <p:cNvPr id="221" name="Rectangle : coins arrondis 220">
            <a:extLst>
              <a:ext uri="{FF2B5EF4-FFF2-40B4-BE49-F238E27FC236}">
                <a16:creationId xmlns:a16="http://schemas.microsoft.com/office/drawing/2014/main" id="{B90EB5D3-F016-6FD4-477B-6C2F81F0CFEE}"/>
              </a:ext>
            </a:extLst>
          </p:cNvPr>
          <p:cNvSpPr>
            <a:spLocks noChangeAspect="1"/>
          </p:cNvSpPr>
          <p:nvPr/>
        </p:nvSpPr>
        <p:spPr>
          <a:xfrm>
            <a:off x="6600158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31</a:t>
            </a:r>
          </a:p>
        </p:txBody>
      </p:sp>
      <p:sp>
        <p:nvSpPr>
          <p:cNvPr id="222" name="Rectangle : coins arrondis 221">
            <a:extLst>
              <a:ext uri="{FF2B5EF4-FFF2-40B4-BE49-F238E27FC236}">
                <a16:creationId xmlns:a16="http://schemas.microsoft.com/office/drawing/2014/main" id="{B0E11060-6CE4-FB10-7D7F-1E7743CEED0D}"/>
              </a:ext>
            </a:extLst>
          </p:cNvPr>
          <p:cNvSpPr>
            <a:spLocks noChangeAspect="1"/>
          </p:cNvSpPr>
          <p:nvPr/>
        </p:nvSpPr>
        <p:spPr>
          <a:xfrm>
            <a:off x="7529812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32</a:t>
            </a:r>
          </a:p>
        </p:txBody>
      </p:sp>
      <p:sp>
        <p:nvSpPr>
          <p:cNvPr id="223" name="Rectangle : coins arrondis 222">
            <a:extLst>
              <a:ext uri="{FF2B5EF4-FFF2-40B4-BE49-F238E27FC236}">
                <a16:creationId xmlns:a16="http://schemas.microsoft.com/office/drawing/2014/main" id="{6D046B32-BFD1-9793-4CD0-0F3DFBE7B69E}"/>
              </a:ext>
            </a:extLst>
          </p:cNvPr>
          <p:cNvSpPr>
            <a:spLocks noChangeAspect="1"/>
          </p:cNvSpPr>
          <p:nvPr/>
        </p:nvSpPr>
        <p:spPr>
          <a:xfrm>
            <a:off x="8459466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33</a:t>
            </a:r>
          </a:p>
        </p:txBody>
      </p:sp>
      <p:sp>
        <p:nvSpPr>
          <p:cNvPr id="224" name="Rectangle : coins arrondis 223">
            <a:extLst>
              <a:ext uri="{FF2B5EF4-FFF2-40B4-BE49-F238E27FC236}">
                <a16:creationId xmlns:a16="http://schemas.microsoft.com/office/drawing/2014/main" id="{B6D67CA3-A4A5-C216-57DD-42BFE122CFAB}"/>
              </a:ext>
            </a:extLst>
          </p:cNvPr>
          <p:cNvSpPr>
            <a:spLocks noChangeAspect="1"/>
          </p:cNvSpPr>
          <p:nvPr/>
        </p:nvSpPr>
        <p:spPr>
          <a:xfrm>
            <a:off x="9389120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34</a:t>
            </a:r>
          </a:p>
        </p:txBody>
      </p:sp>
      <p:sp>
        <p:nvSpPr>
          <p:cNvPr id="225" name="Rectangle : coins arrondis 224">
            <a:extLst>
              <a:ext uri="{FF2B5EF4-FFF2-40B4-BE49-F238E27FC236}">
                <a16:creationId xmlns:a16="http://schemas.microsoft.com/office/drawing/2014/main" id="{3D656F2D-B036-62B5-CCBD-3FA68E85ABBC}"/>
              </a:ext>
            </a:extLst>
          </p:cNvPr>
          <p:cNvSpPr>
            <a:spLocks noChangeAspect="1"/>
          </p:cNvSpPr>
          <p:nvPr/>
        </p:nvSpPr>
        <p:spPr>
          <a:xfrm>
            <a:off x="10318774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35</a:t>
            </a:r>
          </a:p>
        </p:txBody>
      </p:sp>
      <p:sp>
        <p:nvSpPr>
          <p:cNvPr id="226" name="Rectangle : coins arrondis 225">
            <a:extLst>
              <a:ext uri="{FF2B5EF4-FFF2-40B4-BE49-F238E27FC236}">
                <a16:creationId xmlns:a16="http://schemas.microsoft.com/office/drawing/2014/main" id="{E7E52748-F580-AA37-A4B7-2EA798958AE5}"/>
              </a:ext>
            </a:extLst>
          </p:cNvPr>
          <p:cNvSpPr>
            <a:spLocks noChangeAspect="1"/>
          </p:cNvSpPr>
          <p:nvPr/>
        </p:nvSpPr>
        <p:spPr>
          <a:xfrm>
            <a:off x="11248428" y="241065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36</a:t>
            </a:r>
          </a:p>
        </p:txBody>
      </p:sp>
      <p:sp>
        <p:nvSpPr>
          <p:cNvPr id="227" name="Rectangle : coins arrondis 226">
            <a:extLst>
              <a:ext uri="{FF2B5EF4-FFF2-40B4-BE49-F238E27FC236}">
                <a16:creationId xmlns:a16="http://schemas.microsoft.com/office/drawing/2014/main" id="{6DA42CEA-2492-A0D0-B5B0-281CC211EA3C}"/>
              </a:ext>
            </a:extLst>
          </p:cNvPr>
          <p:cNvSpPr>
            <a:spLocks noChangeAspect="1"/>
          </p:cNvSpPr>
          <p:nvPr/>
        </p:nvSpPr>
        <p:spPr>
          <a:xfrm>
            <a:off x="1002138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28" name="Rectangle : coins arrondis 227">
            <a:extLst>
              <a:ext uri="{FF2B5EF4-FFF2-40B4-BE49-F238E27FC236}">
                <a16:creationId xmlns:a16="http://schemas.microsoft.com/office/drawing/2014/main" id="{428E5F9E-4F8F-3A79-DF1B-6F4D62341008}"/>
              </a:ext>
            </a:extLst>
          </p:cNvPr>
          <p:cNvSpPr>
            <a:spLocks noChangeAspect="1"/>
          </p:cNvSpPr>
          <p:nvPr/>
        </p:nvSpPr>
        <p:spPr>
          <a:xfrm>
            <a:off x="1932244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29" name="Rectangle : coins arrondis 228">
            <a:extLst>
              <a:ext uri="{FF2B5EF4-FFF2-40B4-BE49-F238E27FC236}">
                <a16:creationId xmlns:a16="http://schemas.microsoft.com/office/drawing/2014/main" id="{D7D4F65B-8225-EE8D-F6CB-45BBE6A8D557}"/>
              </a:ext>
            </a:extLst>
          </p:cNvPr>
          <p:cNvSpPr>
            <a:spLocks noChangeAspect="1"/>
          </p:cNvSpPr>
          <p:nvPr/>
        </p:nvSpPr>
        <p:spPr>
          <a:xfrm>
            <a:off x="2862350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0" name="Rectangle : coins arrondis 229">
            <a:extLst>
              <a:ext uri="{FF2B5EF4-FFF2-40B4-BE49-F238E27FC236}">
                <a16:creationId xmlns:a16="http://schemas.microsoft.com/office/drawing/2014/main" id="{63B0456E-E099-3E7B-D9CE-D883E1A85217}"/>
              </a:ext>
            </a:extLst>
          </p:cNvPr>
          <p:cNvSpPr>
            <a:spLocks noChangeAspect="1"/>
          </p:cNvSpPr>
          <p:nvPr/>
        </p:nvSpPr>
        <p:spPr>
          <a:xfrm>
            <a:off x="3792456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1" name="Rectangle : coins arrondis 230">
            <a:extLst>
              <a:ext uri="{FF2B5EF4-FFF2-40B4-BE49-F238E27FC236}">
                <a16:creationId xmlns:a16="http://schemas.microsoft.com/office/drawing/2014/main" id="{9D979EBA-CE51-0F1C-8F00-266E091B3968}"/>
              </a:ext>
            </a:extLst>
          </p:cNvPr>
          <p:cNvSpPr>
            <a:spLocks noChangeAspect="1"/>
          </p:cNvSpPr>
          <p:nvPr/>
        </p:nvSpPr>
        <p:spPr>
          <a:xfrm>
            <a:off x="4722562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2" name="Rectangle : coins arrondis 231">
            <a:extLst>
              <a:ext uri="{FF2B5EF4-FFF2-40B4-BE49-F238E27FC236}">
                <a16:creationId xmlns:a16="http://schemas.microsoft.com/office/drawing/2014/main" id="{19187BD3-5514-6D65-F04D-02C8EF90A56B}"/>
              </a:ext>
            </a:extLst>
          </p:cNvPr>
          <p:cNvSpPr>
            <a:spLocks noChangeAspect="1"/>
          </p:cNvSpPr>
          <p:nvPr/>
        </p:nvSpPr>
        <p:spPr>
          <a:xfrm>
            <a:off x="5652668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3" name="Rectangle : coins arrondis 232">
            <a:extLst>
              <a:ext uri="{FF2B5EF4-FFF2-40B4-BE49-F238E27FC236}">
                <a16:creationId xmlns:a16="http://schemas.microsoft.com/office/drawing/2014/main" id="{8413DCE6-5894-C7E1-CA70-3845A927544F}"/>
              </a:ext>
            </a:extLst>
          </p:cNvPr>
          <p:cNvSpPr>
            <a:spLocks noChangeAspect="1"/>
          </p:cNvSpPr>
          <p:nvPr/>
        </p:nvSpPr>
        <p:spPr>
          <a:xfrm>
            <a:off x="6582774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4" name="Rectangle : coins arrondis 233">
            <a:extLst>
              <a:ext uri="{FF2B5EF4-FFF2-40B4-BE49-F238E27FC236}">
                <a16:creationId xmlns:a16="http://schemas.microsoft.com/office/drawing/2014/main" id="{54F5E650-4A2F-CB86-8416-12FAEC4FFD81}"/>
              </a:ext>
            </a:extLst>
          </p:cNvPr>
          <p:cNvSpPr>
            <a:spLocks noChangeAspect="1"/>
          </p:cNvSpPr>
          <p:nvPr/>
        </p:nvSpPr>
        <p:spPr>
          <a:xfrm>
            <a:off x="7512880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5" name="Rectangle : coins arrondis 234">
            <a:extLst>
              <a:ext uri="{FF2B5EF4-FFF2-40B4-BE49-F238E27FC236}">
                <a16:creationId xmlns:a16="http://schemas.microsoft.com/office/drawing/2014/main" id="{DB1C246B-0587-46CB-1558-556FF583AA88}"/>
              </a:ext>
            </a:extLst>
          </p:cNvPr>
          <p:cNvSpPr>
            <a:spLocks noChangeAspect="1"/>
          </p:cNvSpPr>
          <p:nvPr/>
        </p:nvSpPr>
        <p:spPr>
          <a:xfrm>
            <a:off x="8442986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6" name="Rectangle : coins arrondis 235">
            <a:extLst>
              <a:ext uri="{FF2B5EF4-FFF2-40B4-BE49-F238E27FC236}">
                <a16:creationId xmlns:a16="http://schemas.microsoft.com/office/drawing/2014/main" id="{FCEF6C02-236E-FF12-0476-55DA78D0D397}"/>
              </a:ext>
            </a:extLst>
          </p:cNvPr>
          <p:cNvSpPr>
            <a:spLocks noChangeAspect="1"/>
          </p:cNvSpPr>
          <p:nvPr/>
        </p:nvSpPr>
        <p:spPr>
          <a:xfrm>
            <a:off x="9373092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7" name="Rectangle : coins arrondis 236">
            <a:extLst>
              <a:ext uri="{FF2B5EF4-FFF2-40B4-BE49-F238E27FC236}">
                <a16:creationId xmlns:a16="http://schemas.microsoft.com/office/drawing/2014/main" id="{692429EC-CCCA-DDEC-DFCA-2CE8297FED14}"/>
              </a:ext>
            </a:extLst>
          </p:cNvPr>
          <p:cNvSpPr>
            <a:spLocks noChangeAspect="1"/>
          </p:cNvSpPr>
          <p:nvPr/>
        </p:nvSpPr>
        <p:spPr>
          <a:xfrm>
            <a:off x="10303198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8" name="Rectangle : coins arrondis 237">
            <a:extLst>
              <a:ext uri="{FF2B5EF4-FFF2-40B4-BE49-F238E27FC236}">
                <a16:creationId xmlns:a16="http://schemas.microsoft.com/office/drawing/2014/main" id="{BE96B728-633B-9943-8B9C-2DBE1AAAFE2F}"/>
              </a:ext>
            </a:extLst>
          </p:cNvPr>
          <p:cNvSpPr>
            <a:spLocks noChangeAspect="1"/>
          </p:cNvSpPr>
          <p:nvPr/>
        </p:nvSpPr>
        <p:spPr>
          <a:xfrm>
            <a:off x="11233309" y="354734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39" name="Rectangle : coins arrondis 238">
            <a:extLst>
              <a:ext uri="{FF2B5EF4-FFF2-40B4-BE49-F238E27FC236}">
                <a16:creationId xmlns:a16="http://schemas.microsoft.com/office/drawing/2014/main" id="{CA03D2FF-E751-9204-2606-BF74A832B94B}"/>
              </a:ext>
            </a:extLst>
          </p:cNvPr>
          <p:cNvSpPr>
            <a:spLocks noChangeAspect="1"/>
          </p:cNvSpPr>
          <p:nvPr/>
        </p:nvSpPr>
        <p:spPr>
          <a:xfrm>
            <a:off x="1011508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13</a:t>
            </a:r>
          </a:p>
        </p:txBody>
      </p:sp>
      <p:sp>
        <p:nvSpPr>
          <p:cNvPr id="240" name="Rectangle : coins arrondis 239">
            <a:extLst>
              <a:ext uri="{FF2B5EF4-FFF2-40B4-BE49-F238E27FC236}">
                <a16:creationId xmlns:a16="http://schemas.microsoft.com/office/drawing/2014/main" id="{58157249-F545-241B-013D-624CEEDE22EB}"/>
              </a:ext>
            </a:extLst>
          </p:cNvPr>
          <p:cNvSpPr>
            <a:spLocks noChangeAspect="1"/>
          </p:cNvSpPr>
          <p:nvPr/>
        </p:nvSpPr>
        <p:spPr>
          <a:xfrm>
            <a:off x="1941614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14</a:t>
            </a:r>
          </a:p>
        </p:txBody>
      </p:sp>
      <p:sp>
        <p:nvSpPr>
          <p:cNvPr id="241" name="Rectangle : coins arrondis 240">
            <a:extLst>
              <a:ext uri="{FF2B5EF4-FFF2-40B4-BE49-F238E27FC236}">
                <a16:creationId xmlns:a16="http://schemas.microsoft.com/office/drawing/2014/main" id="{4E39CC5E-99D1-78BC-6665-98857B4DC3C8}"/>
              </a:ext>
            </a:extLst>
          </p:cNvPr>
          <p:cNvSpPr>
            <a:spLocks noChangeAspect="1"/>
          </p:cNvSpPr>
          <p:nvPr/>
        </p:nvSpPr>
        <p:spPr>
          <a:xfrm>
            <a:off x="2871720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15</a:t>
            </a:r>
          </a:p>
        </p:txBody>
      </p:sp>
      <p:sp>
        <p:nvSpPr>
          <p:cNvPr id="242" name="Rectangle : coins arrondis 241">
            <a:extLst>
              <a:ext uri="{FF2B5EF4-FFF2-40B4-BE49-F238E27FC236}">
                <a16:creationId xmlns:a16="http://schemas.microsoft.com/office/drawing/2014/main" id="{59C71D5D-77B2-3E00-3759-CE6624DCD57A}"/>
              </a:ext>
            </a:extLst>
          </p:cNvPr>
          <p:cNvSpPr>
            <a:spLocks noChangeAspect="1"/>
          </p:cNvSpPr>
          <p:nvPr/>
        </p:nvSpPr>
        <p:spPr>
          <a:xfrm>
            <a:off x="3801826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16</a:t>
            </a:r>
          </a:p>
        </p:txBody>
      </p:sp>
      <p:sp>
        <p:nvSpPr>
          <p:cNvPr id="243" name="Rectangle : coins arrondis 242">
            <a:extLst>
              <a:ext uri="{FF2B5EF4-FFF2-40B4-BE49-F238E27FC236}">
                <a16:creationId xmlns:a16="http://schemas.microsoft.com/office/drawing/2014/main" id="{D4B00D13-7E2B-BA23-1A01-95D0247D3B9B}"/>
              </a:ext>
            </a:extLst>
          </p:cNvPr>
          <p:cNvSpPr>
            <a:spLocks noChangeAspect="1"/>
          </p:cNvSpPr>
          <p:nvPr/>
        </p:nvSpPr>
        <p:spPr>
          <a:xfrm>
            <a:off x="4731932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17</a:t>
            </a:r>
          </a:p>
        </p:txBody>
      </p:sp>
      <p:sp>
        <p:nvSpPr>
          <p:cNvPr id="244" name="Rectangle : coins arrondis 243">
            <a:extLst>
              <a:ext uri="{FF2B5EF4-FFF2-40B4-BE49-F238E27FC236}">
                <a16:creationId xmlns:a16="http://schemas.microsoft.com/office/drawing/2014/main" id="{A9FB9C28-D78C-4BA2-7FBE-E8B6B1994140}"/>
              </a:ext>
            </a:extLst>
          </p:cNvPr>
          <p:cNvSpPr>
            <a:spLocks noChangeAspect="1"/>
          </p:cNvSpPr>
          <p:nvPr/>
        </p:nvSpPr>
        <p:spPr>
          <a:xfrm>
            <a:off x="5662038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18</a:t>
            </a:r>
          </a:p>
        </p:txBody>
      </p:sp>
      <p:sp>
        <p:nvSpPr>
          <p:cNvPr id="245" name="Rectangle : coins arrondis 244">
            <a:extLst>
              <a:ext uri="{FF2B5EF4-FFF2-40B4-BE49-F238E27FC236}">
                <a16:creationId xmlns:a16="http://schemas.microsoft.com/office/drawing/2014/main" id="{9A2E4502-F4CA-5B85-8E58-37A26A03C60C}"/>
              </a:ext>
            </a:extLst>
          </p:cNvPr>
          <p:cNvSpPr>
            <a:spLocks noChangeAspect="1"/>
          </p:cNvSpPr>
          <p:nvPr/>
        </p:nvSpPr>
        <p:spPr>
          <a:xfrm>
            <a:off x="6592144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19</a:t>
            </a:r>
          </a:p>
        </p:txBody>
      </p:sp>
      <p:sp>
        <p:nvSpPr>
          <p:cNvPr id="246" name="Rectangle : coins arrondis 245">
            <a:extLst>
              <a:ext uri="{FF2B5EF4-FFF2-40B4-BE49-F238E27FC236}">
                <a16:creationId xmlns:a16="http://schemas.microsoft.com/office/drawing/2014/main" id="{F7E4301A-F647-257B-692C-77A5751362AC}"/>
              </a:ext>
            </a:extLst>
          </p:cNvPr>
          <p:cNvSpPr>
            <a:spLocks noChangeAspect="1"/>
          </p:cNvSpPr>
          <p:nvPr/>
        </p:nvSpPr>
        <p:spPr>
          <a:xfrm>
            <a:off x="7522250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47" name="Rectangle : coins arrondis 246">
            <a:extLst>
              <a:ext uri="{FF2B5EF4-FFF2-40B4-BE49-F238E27FC236}">
                <a16:creationId xmlns:a16="http://schemas.microsoft.com/office/drawing/2014/main" id="{A9E10A84-3D7F-84AE-29F0-ECDAC60B04C3}"/>
              </a:ext>
            </a:extLst>
          </p:cNvPr>
          <p:cNvSpPr>
            <a:spLocks noChangeAspect="1"/>
          </p:cNvSpPr>
          <p:nvPr/>
        </p:nvSpPr>
        <p:spPr>
          <a:xfrm>
            <a:off x="8452356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48" name="Rectangle : coins arrondis 247">
            <a:extLst>
              <a:ext uri="{FF2B5EF4-FFF2-40B4-BE49-F238E27FC236}">
                <a16:creationId xmlns:a16="http://schemas.microsoft.com/office/drawing/2014/main" id="{FFB61D57-0CC6-09E0-C21A-B1342305A2A3}"/>
              </a:ext>
            </a:extLst>
          </p:cNvPr>
          <p:cNvSpPr>
            <a:spLocks noChangeAspect="1"/>
          </p:cNvSpPr>
          <p:nvPr/>
        </p:nvSpPr>
        <p:spPr>
          <a:xfrm>
            <a:off x="9382462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49" name="Rectangle : coins arrondis 248">
            <a:extLst>
              <a:ext uri="{FF2B5EF4-FFF2-40B4-BE49-F238E27FC236}">
                <a16:creationId xmlns:a16="http://schemas.microsoft.com/office/drawing/2014/main" id="{47339950-86F9-97AB-BAFF-606FBCEB1CAB}"/>
              </a:ext>
            </a:extLst>
          </p:cNvPr>
          <p:cNvSpPr>
            <a:spLocks noChangeAspect="1"/>
          </p:cNvSpPr>
          <p:nvPr/>
        </p:nvSpPr>
        <p:spPr>
          <a:xfrm>
            <a:off x="10312568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0" name="Rectangle : coins arrondis 249">
            <a:extLst>
              <a:ext uri="{FF2B5EF4-FFF2-40B4-BE49-F238E27FC236}">
                <a16:creationId xmlns:a16="http://schemas.microsoft.com/office/drawing/2014/main" id="{9687B3C9-CDD9-48FA-34EB-76F67424892B}"/>
              </a:ext>
            </a:extLst>
          </p:cNvPr>
          <p:cNvSpPr>
            <a:spLocks noChangeAspect="1"/>
          </p:cNvSpPr>
          <p:nvPr/>
        </p:nvSpPr>
        <p:spPr>
          <a:xfrm>
            <a:off x="11242679" y="354956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1" name="Rectangle : coins arrondis 250">
            <a:extLst>
              <a:ext uri="{FF2B5EF4-FFF2-40B4-BE49-F238E27FC236}">
                <a16:creationId xmlns:a16="http://schemas.microsoft.com/office/drawing/2014/main" id="{26FB7F69-6CBD-9972-3927-30928D8D3E07}"/>
              </a:ext>
            </a:extLst>
          </p:cNvPr>
          <p:cNvSpPr>
            <a:spLocks noChangeAspect="1"/>
          </p:cNvSpPr>
          <p:nvPr/>
        </p:nvSpPr>
        <p:spPr>
          <a:xfrm>
            <a:off x="982365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252" name="Rectangle : coins arrondis 251">
            <a:extLst>
              <a:ext uri="{FF2B5EF4-FFF2-40B4-BE49-F238E27FC236}">
                <a16:creationId xmlns:a16="http://schemas.microsoft.com/office/drawing/2014/main" id="{998B5D25-6D7C-4346-722F-E78F1D050658}"/>
              </a:ext>
            </a:extLst>
          </p:cNvPr>
          <p:cNvSpPr>
            <a:spLocks noChangeAspect="1"/>
          </p:cNvSpPr>
          <p:nvPr/>
        </p:nvSpPr>
        <p:spPr>
          <a:xfrm>
            <a:off x="1912471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3" name="Rectangle : coins arrondis 252">
            <a:extLst>
              <a:ext uri="{FF2B5EF4-FFF2-40B4-BE49-F238E27FC236}">
                <a16:creationId xmlns:a16="http://schemas.microsoft.com/office/drawing/2014/main" id="{FCC159AA-BA0D-D3F4-651E-EF3026B19B97}"/>
              </a:ext>
            </a:extLst>
          </p:cNvPr>
          <p:cNvSpPr>
            <a:spLocks noChangeAspect="1"/>
          </p:cNvSpPr>
          <p:nvPr/>
        </p:nvSpPr>
        <p:spPr>
          <a:xfrm>
            <a:off x="2842577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4" name="Rectangle : coins arrondis 253">
            <a:extLst>
              <a:ext uri="{FF2B5EF4-FFF2-40B4-BE49-F238E27FC236}">
                <a16:creationId xmlns:a16="http://schemas.microsoft.com/office/drawing/2014/main" id="{AD363D6C-8006-2462-291B-BEC5E49349CF}"/>
              </a:ext>
            </a:extLst>
          </p:cNvPr>
          <p:cNvSpPr>
            <a:spLocks noChangeAspect="1"/>
          </p:cNvSpPr>
          <p:nvPr/>
        </p:nvSpPr>
        <p:spPr>
          <a:xfrm>
            <a:off x="3772683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5" name="Rectangle : coins arrondis 254">
            <a:extLst>
              <a:ext uri="{FF2B5EF4-FFF2-40B4-BE49-F238E27FC236}">
                <a16:creationId xmlns:a16="http://schemas.microsoft.com/office/drawing/2014/main" id="{95613DA6-A522-C5ED-9CFB-5734C2A2188B}"/>
              </a:ext>
            </a:extLst>
          </p:cNvPr>
          <p:cNvSpPr>
            <a:spLocks noChangeAspect="1"/>
          </p:cNvSpPr>
          <p:nvPr/>
        </p:nvSpPr>
        <p:spPr>
          <a:xfrm>
            <a:off x="4702789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6" name="Rectangle : coins arrondis 255">
            <a:extLst>
              <a:ext uri="{FF2B5EF4-FFF2-40B4-BE49-F238E27FC236}">
                <a16:creationId xmlns:a16="http://schemas.microsoft.com/office/drawing/2014/main" id="{20900B7C-2557-FCE7-8BA4-C1F7842B65D5}"/>
              </a:ext>
            </a:extLst>
          </p:cNvPr>
          <p:cNvSpPr>
            <a:spLocks noChangeAspect="1"/>
          </p:cNvSpPr>
          <p:nvPr/>
        </p:nvSpPr>
        <p:spPr>
          <a:xfrm>
            <a:off x="5632895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7" name="Rectangle : coins arrondis 256">
            <a:extLst>
              <a:ext uri="{FF2B5EF4-FFF2-40B4-BE49-F238E27FC236}">
                <a16:creationId xmlns:a16="http://schemas.microsoft.com/office/drawing/2014/main" id="{8F3C88D8-360E-15C5-11CA-B675A5004942}"/>
              </a:ext>
            </a:extLst>
          </p:cNvPr>
          <p:cNvSpPr>
            <a:spLocks noChangeAspect="1"/>
          </p:cNvSpPr>
          <p:nvPr/>
        </p:nvSpPr>
        <p:spPr>
          <a:xfrm>
            <a:off x="6563001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8" name="Rectangle : coins arrondis 257">
            <a:extLst>
              <a:ext uri="{FF2B5EF4-FFF2-40B4-BE49-F238E27FC236}">
                <a16:creationId xmlns:a16="http://schemas.microsoft.com/office/drawing/2014/main" id="{B1B363E3-57EF-102B-1995-21AC73921751}"/>
              </a:ext>
            </a:extLst>
          </p:cNvPr>
          <p:cNvSpPr>
            <a:spLocks noChangeAspect="1"/>
          </p:cNvSpPr>
          <p:nvPr/>
        </p:nvSpPr>
        <p:spPr>
          <a:xfrm>
            <a:off x="7493107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59" name="Rectangle : coins arrondis 258">
            <a:extLst>
              <a:ext uri="{FF2B5EF4-FFF2-40B4-BE49-F238E27FC236}">
                <a16:creationId xmlns:a16="http://schemas.microsoft.com/office/drawing/2014/main" id="{E91D6569-D676-0E1F-74B6-B2444B081648}"/>
              </a:ext>
            </a:extLst>
          </p:cNvPr>
          <p:cNvSpPr>
            <a:spLocks noChangeAspect="1"/>
          </p:cNvSpPr>
          <p:nvPr/>
        </p:nvSpPr>
        <p:spPr>
          <a:xfrm>
            <a:off x="8423213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0" name="Rectangle : coins arrondis 259">
            <a:extLst>
              <a:ext uri="{FF2B5EF4-FFF2-40B4-BE49-F238E27FC236}">
                <a16:creationId xmlns:a16="http://schemas.microsoft.com/office/drawing/2014/main" id="{9ACAF8D7-71C6-201B-7327-7A8E2AB6CC05}"/>
              </a:ext>
            </a:extLst>
          </p:cNvPr>
          <p:cNvSpPr>
            <a:spLocks noChangeAspect="1"/>
          </p:cNvSpPr>
          <p:nvPr/>
        </p:nvSpPr>
        <p:spPr>
          <a:xfrm>
            <a:off x="9353319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1" name="Rectangle : coins arrondis 260">
            <a:extLst>
              <a:ext uri="{FF2B5EF4-FFF2-40B4-BE49-F238E27FC236}">
                <a16:creationId xmlns:a16="http://schemas.microsoft.com/office/drawing/2014/main" id="{EB1DFD07-B4D4-3C09-E65D-600D65D02BEB}"/>
              </a:ext>
            </a:extLst>
          </p:cNvPr>
          <p:cNvSpPr>
            <a:spLocks noChangeAspect="1"/>
          </p:cNvSpPr>
          <p:nvPr/>
        </p:nvSpPr>
        <p:spPr>
          <a:xfrm>
            <a:off x="10283425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2" name="Rectangle : coins arrondis 261">
            <a:extLst>
              <a:ext uri="{FF2B5EF4-FFF2-40B4-BE49-F238E27FC236}">
                <a16:creationId xmlns:a16="http://schemas.microsoft.com/office/drawing/2014/main" id="{860768EB-DAB0-FD33-1E30-8D8B4FA6B9F7}"/>
              </a:ext>
            </a:extLst>
          </p:cNvPr>
          <p:cNvSpPr>
            <a:spLocks noChangeAspect="1"/>
          </p:cNvSpPr>
          <p:nvPr/>
        </p:nvSpPr>
        <p:spPr>
          <a:xfrm>
            <a:off x="11213536" y="353027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3" name="Rectangle : coins arrondis 262">
            <a:extLst>
              <a:ext uri="{FF2B5EF4-FFF2-40B4-BE49-F238E27FC236}">
                <a16:creationId xmlns:a16="http://schemas.microsoft.com/office/drawing/2014/main" id="{3CB38EE3-0B79-4AF3-39F7-E20E789B207B}"/>
              </a:ext>
            </a:extLst>
          </p:cNvPr>
          <p:cNvSpPr>
            <a:spLocks noChangeAspect="1"/>
          </p:cNvSpPr>
          <p:nvPr/>
        </p:nvSpPr>
        <p:spPr>
          <a:xfrm>
            <a:off x="1020426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264" name="Rectangle : coins arrondis 263">
            <a:extLst>
              <a:ext uri="{FF2B5EF4-FFF2-40B4-BE49-F238E27FC236}">
                <a16:creationId xmlns:a16="http://schemas.microsoft.com/office/drawing/2014/main" id="{028BD562-C999-1EBA-2CC3-6FFA44630E40}"/>
              </a:ext>
            </a:extLst>
          </p:cNvPr>
          <p:cNvSpPr>
            <a:spLocks noChangeAspect="1"/>
          </p:cNvSpPr>
          <p:nvPr/>
        </p:nvSpPr>
        <p:spPr>
          <a:xfrm>
            <a:off x="1950532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5" name="Rectangle : coins arrondis 264">
            <a:extLst>
              <a:ext uri="{FF2B5EF4-FFF2-40B4-BE49-F238E27FC236}">
                <a16:creationId xmlns:a16="http://schemas.microsoft.com/office/drawing/2014/main" id="{B17039B2-ED32-2C31-4035-8EDF9FAC2F91}"/>
              </a:ext>
            </a:extLst>
          </p:cNvPr>
          <p:cNvSpPr>
            <a:spLocks noChangeAspect="1"/>
          </p:cNvSpPr>
          <p:nvPr/>
        </p:nvSpPr>
        <p:spPr>
          <a:xfrm>
            <a:off x="2880638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6" name="Rectangle : coins arrondis 265">
            <a:extLst>
              <a:ext uri="{FF2B5EF4-FFF2-40B4-BE49-F238E27FC236}">
                <a16:creationId xmlns:a16="http://schemas.microsoft.com/office/drawing/2014/main" id="{47CAADFB-7B23-8770-F9C8-B31CD270FB2B}"/>
              </a:ext>
            </a:extLst>
          </p:cNvPr>
          <p:cNvSpPr>
            <a:spLocks noChangeAspect="1"/>
          </p:cNvSpPr>
          <p:nvPr/>
        </p:nvSpPr>
        <p:spPr>
          <a:xfrm>
            <a:off x="3810744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7" name="Rectangle : coins arrondis 266">
            <a:extLst>
              <a:ext uri="{FF2B5EF4-FFF2-40B4-BE49-F238E27FC236}">
                <a16:creationId xmlns:a16="http://schemas.microsoft.com/office/drawing/2014/main" id="{A60E4D2C-9FAC-BB5C-14F9-1E19134CC11C}"/>
              </a:ext>
            </a:extLst>
          </p:cNvPr>
          <p:cNvSpPr>
            <a:spLocks noChangeAspect="1"/>
          </p:cNvSpPr>
          <p:nvPr/>
        </p:nvSpPr>
        <p:spPr>
          <a:xfrm>
            <a:off x="4740850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8" name="Rectangle : coins arrondis 267">
            <a:extLst>
              <a:ext uri="{FF2B5EF4-FFF2-40B4-BE49-F238E27FC236}">
                <a16:creationId xmlns:a16="http://schemas.microsoft.com/office/drawing/2014/main" id="{A1C9840A-15EC-3ACD-44CF-158FD0EC0687}"/>
              </a:ext>
            </a:extLst>
          </p:cNvPr>
          <p:cNvSpPr>
            <a:spLocks noChangeAspect="1"/>
          </p:cNvSpPr>
          <p:nvPr/>
        </p:nvSpPr>
        <p:spPr>
          <a:xfrm>
            <a:off x="5670956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69" name="Rectangle : coins arrondis 268">
            <a:extLst>
              <a:ext uri="{FF2B5EF4-FFF2-40B4-BE49-F238E27FC236}">
                <a16:creationId xmlns:a16="http://schemas.microsoft.com/office/drawing/2014/main" id="{3627F29E-665D-E24F-F847-656B05BC9389}"/>
              </a:ext>
            </a:extLst>
          </p:cNvPr>
          <p:cNvSpPr>
            <a:spLocks noChangeAspect="1"/>
          </p:cNvSpPr>
          <p:nvPr/>
        </p:nvSpPr>
        <p:spPr>
          <a:xfrm>
            <a:off x="6601062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0" name="Rectangle : coins arrondis 269">
            <a:extLst>
              <a:ext uri="{FF2B5EF4-FFF2-40B4-BE49-F238E27FC236}">
                <a16:creationId xmlns:a16="http://schemas.microsoft.com/office/drawing/2014/main" id="{97EF3694-F1AB-509D-1C8B-4BAA2C909D91}"/>
              </a:ext>
            </a:extLst>
          </p:cNvPr>
          <p:cNvSpPr>
            <a:spLocks noChangeAspect="1"/>
          </p:cNvSpPr>
          <p:nvPr/>
        </p:nvSpPr>
        <p:spPr>
          <a:xfrm>
            <a:off x="7531168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1" name="Rectangle : coins arrondis 270">
            <a:extLst>
              <a:ext uri="{FF2B5EF4-FFF2-40B4-BE49-F238E27FC236}">
                <a16:creationId xmlns:a16="http://schemas.microsoft.com/office/drawing/2014/main" id="{EFFE5729-2401-CD03-A01E-7C5A2710FAD7}"/>
              </a:ext>
            </a:extLst>
          </p:cNvPr>
          <p:cNvSpPr>
            <a:spLocks noChangeAspect="1"/>
          </p:cNvSpPr>
          <p:nvPr/>
        </p:nvSpPr>
        <p:spPr>
          <a:xfrm>
            <a:off x="8461274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2" name="Rectangle : coins arrondis 271">
            <a:extLst>
              <a:ext uri="{FF2B5EF4-FFF2-40B4-BE49-F238E27FC236}">
                <a16:creationId xmlns:a16="http://schemas.microsoft.com/office/drawing/2014/main" id="{9B786444-2EB8-4A97-CB0E-646557A1B674}"/>
              </a:ext>
            </a:extLst>
          </p:cNvPr>
          <p:cNvSpPr>
            <a:spLocks noChangeAspect="1"/>
          </p:cNvSpPr>
          <p:nvPr/>
        </p:nvSpPr>
        <p:spPr>
          <a:xfrm>
            <a:off x="9391380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3" name="Rectangle : coins arrondis 272">
            <a:extLst>
              <a:ext uri="{FF2B5EF4-FFF2-40B4-BE49-F238E27FC236}">
                <a16:creationId xmlns:a16="http://schemas.microsoft.com/office/drawing/2014/main" id="{2B599EA2-1EF9-77B7-F550-40F9C98C6FE2}"/>
              </a:ext>
            </a:extLst>
          </p:cNvPr>
          <p:cNvSpPr>
            <a:spLocks noChangeAspect="1"/>
          </p:cNvSpPr>
          <p:nvPr/>
        </p:nvSpPr>
        <p:spPr>
          <a:xfrm>
            <a:off x="10321486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4" name="Rectangle : coins arrondis 273">
            <a:extLst>
              <a:ext uri="{FF2B5EF4-FFF2-40B4-BE49-F238E27FC236}">
                <a16:creationId xmlns:a16="http://schemas.microsoft.com/office/drawing/2014/main" id="{4338386B-73BC-B6CD-499C-62AFFE563D9D}"/>
              </a:ext>
            </a:extLst>
          </p:cNvPr>
          <p:cNvSpPr>
            <a:spLocks noChangeAspect="1"/>
          </p:cNvSpPr>
          <p:nvPr/>
        </p:nvSpPr>
        <p:spPr>
          <a:xfrm>
            <a:off x="11251597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75" name="Rectangle : coins arrondis 274">
            <a:extLst>
              <a:ext uri="{FF2B5EF4-FFF2-40B4-BE49-F238E27FC236}">
                <a16:creationId xmlns:a16="http://schemas.microsoft.com/office/drawing/2014/main" id="{8D9DAF61-7830-EF14-3E1C-F6F92B089BB9}"/>
              </a:ext>
            </a:extLst>
          </p:cNvPr>
          <p:cNvSpPr>
            <a:spLocks noChangeAspect="1"/>
          </p:cNvSpPr>
          <p:nvPr/>
        </p:nvSpPr>
        <p:spPr>
          <a:xfrm>
            <a:off x="1012864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37</a:t>
            </a:r>
          </a:p>
        </p:txBody>
      </p:sp>
      <p:sp>
        <p:nvSpPr>
          <p:cNvPr id="276" name="Rectangle : coins arrondis 275">
            <a:extLst>
              <a:ext uri="{FF2B5EF4-FFF2-40B4-BE49-F238E27FC236}">
                <a16:creationId xmlns:a16="http://schemas.microsoft.com/office/drawing/2014/main" id="{40470E28-5D96-7E35-692D-ADE942EC2C43}"/>
              </a:ext>
            </a:extLst>
          </p:cNvPr>
          <p:cNvSpPr>
            <a:spLocks noChangeAspect="1"/>
          </p:cNvSpPr>
          <p:nvPr/>
        </p:nvSpPr>
        <p:spPr>
          <a:xfrm>
            <a:off x="1942518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38</a:t>
            </a:r>
          </a:p>
        </p:txBody>
      </p:sp>
      <p:sp>
        <p:nvSpPr>
          <p:cNvPr id="277" name="Rectangle : coins arrondis 276">
            <a:extLst>
              <a:ext uri="{FF2B5EF4-FFF2-40B4-BE49-F238E27FC236}">
                <a16:creationId xmlns:a16="http://schemas.microsoft.com/office/drawing/2014/main" id="{127FD7AF-4046-C4D1-AF0B-A0D397145EF4}"/>
              </a:ext>
            </a:extLst>
          </p:cNvPr>
          <p:cNvSpPr>
            <a:spLocks noChangeAspect="1"/>
          </p:cNvSpPr>
          <p:nvPr/>
        </p:nvSpPr>
        <p:spPr>
          <a:xfrm>
            <a:off x="2872172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39</a:t>
            </a:r>
          </a:p>
        </p:txBody>
      </p:sp>
      <p:sp>
        <p:nvSpPr>
          <p:cNvPr id="278" name="Rectangle : coins arrondis 277">
            <a:extLst>
              <a:ext uri="{FF2B5EF4-FFF2-40B4-BE49-F238E27FC236}">
                <a16:creationId xmlns:a16="http://schemas.microsoft.com/office/drawing/2014/main" id="{3915BDDF-CE86-8EC0-571D-327F9E90E501}"/>
              </a:ext>
            </a:extLst>
          </p:cNvPr>
          <p:cNvSpPr>
            <a:spLocks noChangeAspect="1"/>
          </p:cNvSpPr>
          <p:nvPr/>
        </p:nvSpPr>
        <p:spPr>
          <a:xfrm>
            <a:off x="3801826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40</a:t>
            </a:r>
          </a:p>
        </p:txBody>
      </p:sp>
      <p:sp>
        <p:nvSpPr>
          <p:cNvPr id="279" name="Rectangle : coins arrondis 278">
            <a:extLst>
              <a:ext uri="{FF2B5EF4-FFF2-40B4-BE49-F238E27FC236}">
                <a16:creationId xmlns:a16="http://schemas.microsoft.com/office/drawing/2014/main" id="{4DAA4299-394F-F77C-172C-6242C956904B}"/>
              </a:ext>
            </a:extLst>
          </p:cNvPr>
          <p:cNvSpPr>
            <a:spLocks noChangeAspect="1"/>
          </p:cNvSpPr>
          <p:nvPr/>
        </p:nvSpPr>
        <p:spPr>
          <a:xfrm>
            <a:off x="4731480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41</a:t>
            </a:r>
          </a:p>
        </p:txBody>
      </p:sp>
      <p:sp>
        <p:nvSpPr>
          <p:cNvPr id="280" name="Rectangle : coins arrondis 279">
            <a:extLst>
              <a:ext uri="{FF2B5EF4-FFF2-40B4-BE49-F238E27FC236}">
                <a16:creationId xmlns:a16="http://schemas.microsoft.com/office/drawing/2014/main" id="{2C524026-E771-025E-1CA6-1828824BC5AB}"/>
              </a:ext>
            </a:extLst>
          </p:cNvPr>
          <p:cNvSpPr>
            <a:spLocks noChangeAspect="1"/>
          </p:cNvSpPr>
          <p:nvPr/>
        </p:nvSpPr>
        <p:spPr>
          <a:xfrm>
            <a:off x="5661134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42</a:t>
            </a:r>
          </a:p>
        </p:txBody>
      </p:sp>
      <p:sp>
        <p:nvSpPr>
          <p:cNvPr id="281" name="Rectangle : coins arrondis 280">
            <a:extLst>
              <a:ext uri="{FF2B5EF4-FFF2-40B4-BE49-F238E27FC236}">
                <a16:creationId xmlns:a16="http://schemas.microsoft.com/office/drawing/2014/main" id="{2336E7E3-3AAA-ACE8-4466-810ECD7A62BF}"/>
              </a:ext>
            </a:extLst>
          </p:cNvPr>
          <p:cNvSpPr>
            <a:spLocks noChangeAspect="1"/>
          </p:cNvSpPr>
          <p:nvPr/>
        </p:nvSpPr>
        <p:spPr>
          <a:xfrm>
            <a:off x="6590788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43</a:t>
            </a:r>
          </a:p>
        </p:txBody>
      </p:sp>
      <p:sp>
        <p:nvSpPr>
          <p:cNvPr id="282" name="Rectangle : coins arrondis 281">
            <a:extLst>
              <a:ext uri="{FF2B5EF4-FFF2-40B4-BE49-F238E27FC236}">
                <a16:creationId xmlns:a16="http://schemas.microsoft.com/office/drawing/2014/main" id="{29F81293-B7D5-C9A4-4C23-395F5992CF36}"/>
              </a:ext>
            </a:extLst>
          </p:cNvPr>
          <p:cNvSpPr>
            <a:spLocks noChangeAspect="1"/>
          </p:cNvSpPr>
          <p:nvPr/>
        </p:nvSpPr>
        <p:spPr>
          <a:xfrm>
            <a:off x="7520442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44</a:t>
            </a:r>
          </a:p>
        </p:txBody>
      </p:sp>
      <p:sp>
        <p:nvSpPr>
          <p:cNvPr id="283" name="Rectangle : coins arrondis 282">
            <a:extLst>
              <a:ext uri="{FF2B5EF4-FFF2-40B4-BE49-F238E27FC236}">
                <a16:creationId xmlns:a16="http://schemas.microsoft.com/office/drawing/2014/main" id="{0205824F-C220-E826-5B4F-A0700C071F1B}"/>
              </a:ext>
            </a:extLst>
          </p:cNvPr>
          <p:cNvSpPr>
            <a:spLocks noChangeAspect="1"/>
          </p:cNvSpPr>
          <p:nvPr/>
        </p:nvSpPr>
        <p:spPr>
          <a:xfrm>
            <a:off x="8450096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45</a:t>
            </a:r>
          </a:p>
        </p:txBody>
      </p:sp>
      <p:sp>
        <p:nvSpPr>
          <p:cNvPr id="284" name="Rectangle : coins arrondis 283">
            <a:extLst>
              <a:ext uri="{FF2B5EF4-FFF2-40B4-BE49-F238E27FC236}">
                <a16:creationId xmlns:a16="http://schemas.microsoft.com/office/drawing/2014/main" id="{ECBCDA33-8A5B-17F5-EDA9-D4CBA64BBE8C}"/>
              </a:ext>
            </a:extLst>
          </p:cNvPr>
          <p:cNvSpPr>
            <a:spLocks noChangeAspect="1"/>
          </p:cNvSpPr>
          <p:nvPr/>
        </p:nvSpPr>
        <p:spPr>
          <a:xfrm>
            <a:off x="9379750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46</a:t>
            </a:r>
          </a:p>
        </p:txBody>
      </p:sp>
      <p:sp>
        <p:nvSpPr>
          <p:cNvPr id="285" name="Rectangle : coins arrondis 284">
            <a:extLst>
              <a:ext uri="{FF2B5EF4-FFF2-40B4-BE49-F238E27FC236}">
                <a16:creationId xmlns:a16="http://schemas.microsoft.com/office/drawing/2014/main" id="{DF0B8DC6-2D58-D22E-3217-66C463BA590B}"/>
              </a:ext>
            </a:extLst>
          </p:cNvPr>
          <p:cNvSpPr>
            <a:spLocks noChangeAspect="1"/>
          </p:cNvSpPr>
          <p:nvPr/>
        </p:nvSpPr>
        <p:spPr>
          <a:xfrm>
            <a:off x="10309404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47</a:t>
            </a:r>
          </a:p>
        </p:txBody>
      </p:sp>
      <p:sp>
        <p:nvSpPr>
          <p:cNvPr id="286" name="Rectangle : coins arrondis 285">
            <a:extLst>
              <a:ext uri="{FF2B5EF4-FFF2-40B4-BE49-F238E27FC236}">
                <a16:creationId xmlns:a16="http://schemas.microsoft.com/office/drawing/2014/main" id="{577B4707-D006-AC3B-741E-EDEF9910E9A2}"/>
              </a:ext>
            </a:extLst>
          </p:cNvPr>
          <p:cNvSpPr>
            <a:spLocks noChangeAspect="1"/>
          </p:cNvSpPr>
          <p:nvPr/>
        </p:nvSpPr>
        <p:spPr>
          <a:xfrm>
            <a:off x="11239058" y="352805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48</a:t>
            </a:r>
          </a:p>
        </p:txBody>
      </p:sp>
      <p:sp>
        <p:nvSpPr>
          <p:cNvPr id="287" name="Rectangle : coins arrondis 286">
            <a:extLst>
              <a:ext uri="{FF2B5EF4-FFF2-40B4-BE49-F238E27FC236}">
                <a16:creationId xmlns:a16="http://schemas.microsoft.com/office/drawing/2014/main" id="{DD0A6543-9138-3944-3D99-D2E153C87D0C}"/>
              </a:ext>
            </a:extLst>
          </p:cNvPr>
          <p:cNvSpPr>
            <a:spLocks noChangeAspect="1"/>
          </p:cNvSpPr>
          <p:nvPr/>
        </p:nvSpPr>
        <p:spPr>
          <a:xfrm>
            <a:off x="1010441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88" name="Rectangle : coins arrondis 287">
            <a:extLst>
              <a:ext uri="{FF2B5EF4-FFF2-40B4-BE49-F238E27FC236}">
                <a16:creationId xmlns:a16="http://schemas.microsoft.com/office/drawing/2014/main" id="{1D3F78B5-B0BD-AC69-0D60-62F472541237}"/>
              </a:ext>
            </a:extLst>
          </p:cNvPr>
          <p:cNvSpPr>
            <a:spLocks noChangeAspect="1"/>
          </p:cNvSpPr>
          <p:nvPr/>
        </p:nvSpPr>
        <p:spPr>
          <a:xfrm>
            <a:off x="1940547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89" name="Rectangle : coins arrondis 288">
            <a:extLst>
              <a:ext uri="{FF2B5EF4-FFF2-40B4-BE49-F238E27FC236}">
                <a16:creationId xmlns:a16="http://schemas.microsoft.com/office/drawing/2014/main" id="{CEE78080-A8B9-6551-1F96-54EFDF16AFC2}"/>
              </a:ext>
            </a:extLst>
          </p:cNvPr>
          <p:cNvSpPr>
            <a:spLocks noChangeAspect="1"/>
          </p:cNvSpPr>
          <p:nvPr/>
        </p:nvSpPr>
        <p:spPr>
          <a:xfrm>
            <a:off x="2870653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0" name="Rectangle : coins arrondis 289">
            <a:extLst>
              <a:ext uri="{FF2B5EF4-FFF2-40B4-BE49-F238E27FC236}">
                <a16:creationId xmlns:a16="http://schemas.microsoft.com/office/drawing/2014/main" id="{5CE9EFF7-7B9A-3065-5DD8-C1B766CE02F2}"/>
              </a:ext>
            </a:extLst>
          </p:cNvPr>
          <p:cNvSpPr>
            <a:spLocks noChangeAspect="1"/>
          </p:cNvSpPr>
          <p:nvPr/>
        </p:nvSpPr>
        <p:spPr>
          <a:xfrm>
            <a:off x="3800759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1" name="Rectangle : coins arrondis 290">
            <a:extLst>
              <a:ext uri="{FF2B5EF4-FFF2-40B4-BE49-F238E27FC236}">
                <a16:creationId xmlns:a16="http://schemas.microsoft.com/office/drawing/2014/main" id="{F7E8AE5D-C67B-2551-7E64-34BDAAAE5562}"/>
              </a:ext>
            </a:extLst>
          </p:cNvPr>
          <p:cNvSpPr>
            <a:spLocks noChangeAspect="1"/>
          </p:cNvSpPr>
          <p:nvPr/>
        </p:nvSpPr>
        <p:spPr>
          <a:xfrm>
            <a:off x="4730865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2" name="Rectangle : coins arrondis 291">
            <a:extLst>
              <a:ext uri="{FF2B5EF4-FFF2-40B4-BE49-F238E27FC236}">
                <a16:creationId xmlns:a16="http://schemas.microsoft.com/office/drawing/2014/main" id="{5C239DB5-ED04-CE6C-A93E-7AC24E279949}"/>
              </a:ext>
            </a:extLst>
          </p:cNvPr>
          <p:cNvSpPr>
            <a:spLocks noChangeAspect="1"/>
          </p:cNvSpPr>
          <p:nvPr/>
        </p:nvSpPr>
        <p:spPr>
          <a:xfrm>
            <a:off x="5660971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3" name="Rectangle : coins arrondis 292">
            <a:extLst>
              <a:ext uri="{FF2B5EF4-FFF2-40B4-BE49-F238E27FC236}">
                <a16:creationId xmlns:a16="http://schemas.microsoft.com/office/drawing/2014/main" id="{EB8F54D0-AB5A-62E2-1920-53A8A1B8CC08}"/>
              </a:ext>
            </a:extLst>
          </p:cNvPr>
          <p:cNvSpPr>
            <a:spLocks noChangeAspect="1"/>
          </p:cNvSpPr>
          <p:nvPr/>
        </p:nvSpPr>
        <p:spPr>
          <a:xfrm>
            <a:off x="6591077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4" name="Rectangle : coins arrondis 293">
            <a:extLst>
              <a:ext uri="{FF2B5EF4-FFF2-40B4-BE49-F238E27FC236}">
                <a16:creationId xmlns:a16="http://schemas.microsoft.com/office/drawing/2014/main" id="{CCE90453-7346-E866-875E-607A6CCB5916}"/>
              </a:ext>
            </a:extLst>
          </p:cNvPr>
          <p:cNvSpPr>
            <a:spLocks noChangeAspect="1"/>
          </p:cNvSpPr>
          <p:nvPr/>
        </p:nvSpPr>
        <p:spPr>
          <a:xfrm>
            <a:off x="7521183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5" name="Rectangle : coins arrondis 294">
            <a:extLst>
              <a:ext uri="{FF2B5EF4-FFF2-40B4-BE49-F238E27FC236}">
                <a16:creationId xmlns:a16="http://schemas.microsoft.com/office/drawing/2014/main" id="{6C4AC8A1-C450-F58C-6CE8-4A607DA143E6}"/>
              </a:ext>
            </a:extLst>
          </p:cNvPr>
          <p:cNvSpPr>
            <a:spLocks noChangeAspect="1"/>
          </p:cNvSpPr>
          <p:nvPr/>
        </p:nvSpPr>
        <p:spPr>
          <a:xfrm>
            <a:off x="8451289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6" name="Rectangle : coins arrondis 295">
            <a:extLst>
              <a:ext uri="{FF2B5EF4-FFF2-40B4-BE49-F238E27FC236}">
                <a16:creationId xmlns:a16="http://schemas.microsoft.com/office/drawing/2014/main" id="{C71574B9-1C36-51ED-A513-3F95A60AFAC6}"/>
              </a:ext>
            </a:extLst>
          </p:cNvPr>
          <p:cNvSpPr>
            <a:spLocks noChangeAspect="1"/>
          </p:cNvSpPr>
          <p:nvPr/>
        </p:nvSpPr>
        <p:spPr>
          <a:xfrm>
            <a:off x="9381395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7" name="Rectangle : coins arrondis 296">
            <a:extLst>
              <a:ext uri="{FF2B5EF4-FFF2-40B4-BE49-F238E27FC236}">
                <a16:creationId xmlns:a16="http://schemas.microsoft.com/office/drawing/2014/main" id="{7F4D3C60-A7EA-E71B-1620-990391C08D96}"/>
              </a:ext>
            </a:extLst>
          </p:cNvPr>
          <p:cNvSpPr>
            <a:spLocks noChangeAspect="1"/>
          </p:cNvSpPr>
          <p:nvPr/>
        </p:nvSpPr>
        <p:spPr>
          <a:xfrm>
            <a:off x="10311501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8" name="Rectangle : coins arrondis 297">
            <a:extLst>
              <a:ext uri="{FF2B5EF4-FFF2-40B4-BE49-F238E27FC236}">
                <a16:creationId xmlns:a16="http://schemas.microsoft.com/office/drawing/2014/main" id="{94FE46BB-27CE-E8AE-C4CC-C09D75830D33}"/>
              </a:ext>
            </a:extLst>
          </p:cNvPr>
          <p:cNvSpPr>
            <a:spLocks noChangeAspect="1"/>
          </p:cNvSpPr>
          <p:nvPr/>
        </p:nvSpPr>
        <p:spPr>
          <a:xfrm>
            <a:off x="11241612" y="4684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299" name="Rectangle : coins arrondis 298">
            <a:extLst>
              <a:ext uri="{FF2B5EF4-FFF2-40B4-BE49-F238E27FC236}">
                <a16:creationId xmlns:a16="http://schemas.microsoft.com/office/drawing/2014/main" id="{63CB6C26-A321-4BAA-0947-074C11F36AA4}"/>
              </a:ext>
            </a:extLst>
          </p:cNvPr>
          <p:cNvSpPr>
            <a:spLocks noChangeAspect="1"/>
          </p:cNvSpPr>
          <p:nvPr/>
        </p:nvSpPr>
        <p:spPr>
          <a:xfrm>
            <a:off x="982365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300" name="Rectangle : coins arrondis 299">
            <a:extLst>
              <a:ext uri="{FF2B5EF4-FFF2-40B4-BE49-F238E27FC236}">
                <a16:creationId xmlns:a16="http://schemas.microsoft.com/office/drawing/2014/main" id="{832DCD59-33D2-FB90-3E2E-B611C37076E2}"/>
              </a:ext>
            </a:extLst>
          </p:cNvPr>
          <p:cNvSpPr>
            <a:spLocks noChangeAspect="1"/>
          </p:cNvSpPr>
          <p:nvPr/>
        </p:nvSpPr>
        <p:spPr>
          <a:xfrm>
            <a:off x="1912471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1" name="Rectangle : coins arrondis 300">
            <a:extLst>
              <a:ext uri="{FF2B5EF4-FFF2-40B4-BE49-F238E27FC236}">
                <a16:creationId xmlns:a16="http://schemas.microsoft.com/office/drawing/2014/main" id="{1EDA150B-7E05-AF0D-E1FE-9D8533A33317}"/>
              </a:ext>
            </a:extLst>
          </p:cNvPr>
          <p:cNvSpPr>
            <a:spLocks noChangeAspect="1"/>
          </p:cNvSpPr>
          <p:nvPr/>
        </p:nvSpPr>
        <p:spPr>
          <a:xfrm>
            <a:off x="2842577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2" name="Rectangle : coins arrondis 301">
            <a:extLst>
              <a:ext uri="{FF2B5EF4-FFF2-40B4-BE49-F238E27FC236}">
                <a16:creationId xmlns:a16="http://schemas.microsoft.com/office/drawing/2014/main" id="{6A167348-A893-7C90-0051-5C51251C2FD1}"/>
              </a:ext>
            </a:extLst>
          </p:cNvPr>
          <p:cNvSpPr>
            <a:spLocks noChangeAspect="1"/>
          </p:cNvSpPr>
          <p:nvPr/>
        </p:nvSpPr>
        <p:spPr>
          <a:xfrm>
            <a:off x="3772683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3" name="Rectangle : coins arrondis 302">
            <a:extLst>
              <a:ext uri="{FF2B5EF4-FFF2-40B4-BE49-F238E27FC236}">
                <a16:creationId xmlns:a16="http://schemas.microsoft.com/office/drawing/2014/main" id="{522B0356-1E51-E51E-5311-B92D5B815C7D}"/>
              </a:ext>
            </a:extLst>
          </p:cNvPr>
          <p:cNvSpPr>
            <a:spLocks noChangeAspect="1"/>
          </p:cNvSpPr>
          <p:nvPr/>
        </p:nvSpPr>
        <p:spPr>
          <a:xfrm>
            <a:off x="4702789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4" name="Rectangle : coins arrondis 303">
            <a:extLst>
              <a:ext uri="{FF2B5EF4-FFF2-40B4-BE49-F238E27FC236}">
                <a16:creationId xmlns:a16="http://schemas.microsoft.com/office/drawing/2014/main" id="{3C298BE4-5509-60F9-5883-55E5AADF4055}"/>
              </a:ext>
            </a:extLst>
          </p:cNvPr>
          <p:cNvSpPr>
            <a:spLocks noChangeAspect="1"/>
          </p:cNvSpPr>
          <p:nvPr/>
        </p:nvSpPr>
        <p:spPr>
          <a:xfrm>
            <a:off x="5632895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5" name="Rectangle : coins arrondis 304">
            <a:extLst>
              <a:ext uri="{FF2B5EF4-FFF2-40B4-BE49-F238E27FC236}">
                <a16:creationId xmlns:a16="http://schemas.microsoft.com/office/drawing/2014/main" id="{80ACAC1C-4505-855B-A497-97C9259B3AAB}"/>
              </a:ext>
            </a:extLst>
          </p:cNvPr>
          <p:cNvSpPr>
            <a:spLocks noChangeAspect="1"/>
          </p:cNvSpPr>
          <p:nvPr/>
        </p:nvSpPr>
        <p:spPr>
          <a:xfrm>
            <a:off x="6563001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6" name="Rectangle : coins arrondis 305">
            <a:extLst>
              <a:ext uri="{FF2B5EF4-FFF2-40B4-BE49-F238E27FC236}">
                <a16:creationId xmlns:a16="http://schemas.microsoft.com/office/drawing/2014/main" id="{FB04069A-136C-680E-9998-E4B4C95E435A}"/>
              </a:ext>
            </a:extLst>
          </p:cNvPr>
          <p:cNvSpPr>
            <a:spLocks noChangeAspect="1"/>
          </p:cNvSpPr>
          <p:nvPr/>
        </p:nvSpPr>
        <p:spPr>
          <a:xfrm>
            <a:off x="7493107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7" name="Rectangle : coins arrondis 306">
            <a:extLst>
              <a:ext uri="{FF2B5EF4-FFF2-40B4-BE49-F238E27FC236}">
                <a16:creationId xmlns:a16="http://schemas.microsoft.com/office/drawing/2014/main" id="{CF34F542-C329-5B51-34CD-C3F78CEEE13B}"/>
              </a:ext>
            </a:extLst>
          </p:cNvPr>
          <p:cNvSpPr>
            <a:spLocks noChangeAspect="1"/>
          </p:cNvSpPr>
          <p:nvPr/>
        </p:nvSpPr>
        <p:spPr>
          <a:xfrm>
            <a:off x="8423213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8" name="Rectangle : coins arrondis 307">
            <a:extLst>
              <a:ext uri="{FF2B5EF4-FFF2-40B4-BE49-F238E27FC236}">
                <a16:creationId xmlns:a16="http://schemas.microsoft.com/office/drawing/2014/main" id="{50E96DCB-F199-1C82-D241-B8BB0D750BDA}"/>
              </a:ext>
            </a:extLst>
          </p:cNvPr>
          <p:cNvSpPr>
            <a:spLocks noChangeAspect="1"/>
          </p:cNvSpPr>
          <p:nvPr/>
        </p:nvSpPr>
        <p:spPr>
          <a:xfrm>
            <a:off x="9353319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09" name="Rectangle : coins arrondis 308">
            <a:extLst>
              <a:ext uri="{FF2B5EF4-FFF2-40B4-BE49-F238E27FC236}">
                <a16:creationId xmlns:a16="http://schemas.microsoft.com/office/drawing/2014/main" id="{57A36881-AC17-96AF-876F-33D5E05E77F4}"/>
              </a:ext>
            </a:extLst>
          </p:cNvPr>
          <p:cNvSpPr>
            <a:spLocks noChangeAspect="1"/>
          </p:cNvSpPr>
          <p:nvPr/>
        </p:nvSpPr>
        <p:spPr>
          <a:xfrm>
            <a:off x="10283425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0" name="Rectangle : coins arrondis 309">
            <a:extLst>
              <a:ext uri="{FF2B5EF4-FFF2-40B4-BE49-F238E27FC236}">
                <a16:creationId xmlns:a16="http://schemas.microsoft.com/office/drawing/2014/main" id="{4B73D6FC-D020-B03C-D6C7-DA05DC336DCE}"/>
              </a:ext>
            </a:extLst>
          </p:cNvPr>
          <p:cNvSpPr>
            <a:spLocks noChangeAspect="1"/>
          </p:cNvSpPr>
          <p:nvPr/>
        </p:nvSpPr>
        <p:spPr>
          <a:xfrm>
            <a:off x="11213536" y="470425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1" name="Rectangle : coins arrondis 310">
            <a:extLst>
              <a:ext uri="{FF2B5EF4-FFF2-40B4-BE49-F238E27FC236}">
                <a16:creationId xmlns:a16="http://schemas.microsoft.com/office/drawing/2014/main" id="{1C8A6B52-685A-8C24-AF9D-46D2945CC714}"/>
              </a:ext>
            </a:extLst>
          </p:cNvPr>
          <p:cNvSpPr>
            <a:spLocks noChangeAspect="1"/>
          </p:cNvSpPr>
          <p:nvPr/>
        </p:nvSpPr>
        <p:spPr>
          <a:xfrm>
            <a:off x="1020426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312" name="Rectangle : coins arrondis 311">
            <a:extLst>
              <a:ext uri="{FF2B5EF4-FFF2-40B4-BE49-F238E27FC236}">
                <a16:creationId xmlns:a16="http://schemas.microsoft.com/office/drawing/2014/main" id="{ECED04AB-D6A4-E6DD-CF62-EA5288719E85}"/>
              </a:ext>
            </a:extLst>
          </p:cNvPr>
          <p:cNvSpPr>
            <a:spLocks noChangeAspect="1"/>
          </p:cNvSpPr>
          <p:nvPr/>
        </p:nvSpPr>
        <p:spPr>
          <a:xfrm>
            <a:off x="1950532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3" name="Rectangle : coins arrondis 312">
            <a:extLst>
              <a:ext uri="{FF2B5EF4-FFF2-40B4-BE49-F238E27FC236}">
                <a16:creationId xmlns:a16="http://schemas.microsoft.com/office/drawing/2014/main" id="{A7C5BF43-0500-9109-3BE5-D0EB60EF4610}"/>
              </a:ext>
            </a:extLst>
          </p:cNvPr>
          <p:cNvSpPr>
            <a:spLocks noChangeAspect="1"/>
          </p:cNvSpPr>
          <p:nvPr/>
        </p:nvSpPr>
        <p:spPr>
          <a:xfrm>
            <a:off x="2880638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4" name="Rectangle : coins arrondis 313">
            <a:extLst>
              <a:ext uri="{FF2B5EF4-FFF2-40B4-BE49-F238E27FC236}">
                <a16:creationId xmlns:a16="http://schemas.microsoft.com/office/drawing/2014/main" id="{F381483A-C217-3E6D-462F-E6AA3A480737}"/>
              </a:ext>
            </a:extLst>
          </p:cNvPr>
          <p:cNvSpPr>
            <a:spLocks noChangeAspect="1"/>
          </p:cNvSpPr>
          <p:nvPr/>
        </p:nvSpPr>
        <p:spPr>
          <a:xfrm>
            <a:off x="3810744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5" name="Rectangle : coins arrondis 314">
            <a:extLst>
              <a:ext uri="{FF2B5EF4-FFF2-40B4-BE49-F238E27FC236}">
                <a16:creationId xmlns:a16="http://schemas.microsoft.com/office/drawing/2014/main" id="{2C400B68-C619-09A2-AF1E-D6B6BC4A7569}"/>
              </a:ext>
            </a:extLst>
          </p:cNvPr>
          <p:cNvSpPr>
            <a:spLocks noChangeAspect="1"/>
          </p:cNvSpPr>
          <p:nvPr/>
        </p:nvSpPr>
        <p:spPr>
          <a:xfrm>
            <a:off x="4740850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6" name="Rectangle : coins arrondis 315">
            <a:extLst>
              <a:ext uri="{FF2B5EF4-FFF2-40B4-BE49-F238E27FC236}">
                <a16:creationId xmlns:a16="http://schemas.microsoft.com/office/drawing/2014/main" id="{053BF94F-E329-C485-A08B-54E8F946BBDE}"/>
              </a:ext>
            </a:extLst>
          </p:cNvPr>
          <p:cNvSpPr>
            <a:spLocks noChangeAspect="1"/>
          </p:cNvSpPr>
          <p:nvPr/>
        </p:nvSpPr>
        <p:spPr>
          <a:xfrm>
            <a:off x="5670956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7" name="Rectangle : coins arrondis 316">
            <a:extLst>
              <a:ext uri="{FF2B5EF4-FFF2-40B4-BE49-F238E27FC236}">
                <a16:creationId xmlns:a16="http://schemas.microsoft.com/office/drawing/2014/main" id="{DBDA8FAB-6AB3-6022-D741-72DF15730F1C}"/>
              </a:ext>
            </a:extLst>
          </p:cNvPr>
          <p:cNvSpPr>
            <a:spLocks noChangeAspect="1"/>
          </p:cNvSpPr>
          <p:nvPr/>
        </p:nvSpPr>
        <p:spPr>
          <a:xfrm>
            <a:off x="6601062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8" name="Rectangle : coins arrondis 317">
            <a:extLst>
              <a:ext uri="{FF2B5EF4-FFF2-40B4-BE49-F238E27FC236}">
                <a16:creationId xmlns:a16="http://schemas.microsoft.com/office/drawing/2014/main" id="{84DECE1E-1A4D-D2C6-09B1-6E31817C75B5}"/>
              </a:ext>
            </a:extLst>
          </p:cNvPr>
          <p:cNvSpPr>
            <a:spLocks noChangeAspect="1"/>
          </p:cNvSpPr>
          <p:nvPr/>
        </p:nvSpPr>
        <p:spPr>
          <a:xfrm>
            <a:off x="7531168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19" name="Rectangle : coins arrondis 318">
            <a:extLst>
              <a:ext uri="{FF2B5EF4-FFF2-40B4-BE49-F238E27FC236}">
                <a16:creationId xmlns:a16="http://schemas.microsoft.com/office/drawing/2014/main" id="{7B031CF9-B8A4-5DA8-35CB-3FBB7C777CAB}"/>
              </a:ext>
            </a:extLst>
          </p:cNvPr>
          <p:cNvSpPr>
            <a:spLocks noChangeAspect="1"/>
          </p:cNvSpPr>
          <p:nvPr/>
        </p:nvSpPr>
        <p:spPr>
          <a:xfrm>
            <a:off x="8461274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20" name="Rectangle : coins arrondis 319">
            <a:extLst>
              <a:ext uri="{FF2B5EF4-FFF2-40B4-BE49-F238E27FC236}">
                <a16:creationId xmlns:a16="http://schemas.microsoft.com/office/drawing/2014/main" id="{DB0A5741-7032-55A6-8A33-8EA666741C5F}"/>
              </a:ext>
            </a:extLst>
          </p:cNvPr>
          <p:cNvSpPr>
            <a:spLocks noChangeAspect="1"/>
          </p:cNvSpPr>
          <p:nvPr/>
        </p:nvSpPr>
        <p:spPr>
          <a:xfrm>
            <a:off x="9391380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21" name="Rectangle : coins arrondis 320">
            <a:extLst>
              <a:ext uri="{FF2B5EF4-FFF2-40B4-BE49-F238E27FC236}">
                <a16:creationId xmlns:a16="http://schemas.microsoft.com/office/drawing/2014/main" id="{DBD6FB88-8A30-88DA-3BAD-24AC07A65CFB}"/>
              </a:ext>
            </a:extLst>
          </p:cNvPr>
          <p:cNvSpPr>
            <a:spLocks noChangeAspect="1"/>
          </p:cNvSpPr>
          <p:nvPr/>
        </p:nvSpPr>
        <p:spPr>
          <a:xfrm>
            <a:off x="10321486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22" name="Rectangle : coins arrondis 321">
            <a:extLst>
              <a:ext uri="{FF2B5EF4-FFF2-40B4-BE49-F238E27FC236}">
                <a16:creationId xmlns:a16="http://schemas.microsoft.com/office/drawing/2014/main" id="{D6DF4D58-EC23-3154-B16A-9C8FE26F7080}"/>
              </a:ext>
            </a:extLst>
          </p:cNvPr>
          <p:cNvSpPr>
            <a:spLocks noChangeAspect="1"/>
          </p:cNvSpPr>
          <p:nvPr/>
        </p:nvSpPr>
        <p:spPr>
          <a:xfrm>
            <a:off x="11251597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23" name="Rectangle : coins arrondis 322">
            <a:extLst>
              <a:ext uri="{FF2B5EF4-FFF2-40B4-BE49-F238E27FC236}">
                <a16:creationId xmlns:a16="http://schemas.microsoft.com/office/drawing/2014/main" id="{A26AC965-B091-6553-413B-27AD2F9783C5}"/>
              </a:ext>
            </a:extLst>
          </p:cNvPr>
          <p:cNvSpPr>
            <a:spLocks noChangeAspect="1"/>
          </p:cNvSpPr>
          <p:nvPr/>
        </p:nvSpPr>
        <p:spPr>
          <a:xfrm>
            <a:off x="1012864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49</a:t>
            </a:r>
          </a:p>
        </p:txBody>
      </p:sp>
      <p:sp>
        <p:nvSpPr>
          <p:cNvPr id="324" name="Rectangle : coins arrondis 323">
            <a:extLst>
              <a:ext uri="{FF2B5EF4-FFF2-40B4-BE49-F238E27FC236}">
                <a16:creationId xmlns:a16="http://schemas.microsoft.com/office/drawing/2014/main" id="{0815BA4C-9E6F-A5B0-E1F9-CBE560C1095A}"/>
              </a:ext>
            </a:extLst>
          </p:cNvPr>
          <p:cNvSpPr>
            <a:spLocks noChangeAspect="1"/>
          </p:cNvSpPr>
          <p:nvPr/>
        </p:nvSpPr>
        <p:spPr>
          <a:xfrm>
            <a:off x="1942518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50</a:t>
            </a:r>
          </a:p>
        </p:txBody>
      </p:sp>
      <p:sp>
        <p:nvSpPr>
          <p:cNvPr id="325" name="Rectangle : coins arrondis 324">
            <a:extLst>
              <a:ext uri="{FF2B5EF4-FFF2-40B4-BE49-F238E27FC236}">
                <a16:creationId xmlns:a16="http://schemas.microsoft.com/office/drawing/2014/main" id="{A1CA10C4-F428-A809-BAAB-7D22859F9619}"/>
              </a:ext>
            </a:extLst>
          </p:cNvPr>
          <p:cNvSpPr>
            <a:spLocks noChangeAspect="1"/>
          </p:cNvSpPr>
          <p:nvPr/>
        </p:nvSpPr>
        <p:spPr>
          <a:xfrm>
            <a:off x="2872172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51</a:t>
            </a:r>
          </a:p>
        </p:txBody>
      </p:sp>
      <p:sp>
        <p:nvSpPr>
          <p:cNvPr id="326" name="Rectangle : coins arrondis 325">
            <a:extLst>
              <a:ext uri="{FF2B5EF4-FFF2-40B4-BE49-F238E27FC236}">
                <a16:creationId xmlns:a16="http://schemas.microsoft.com/office/drawing/2014/main" id="{543A175C-8156-6D50-6A2F-84BB2BC6EF89}"/>
              </a:ext>
            </a:extLst>
          </p:cNvPr>
          <p:cNvSpPr>
            <a:spLocks noChangeAspect="1"/>
          </p:cNvSpPr>
          <p:nvPr/>
        </p:nvSpPr>
        <p:spPr>
          <a:xfrm>
            <a:off x="3801826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52</a:t>
            </a:r>
          </a:p>
        </p:txBody>
      </p:sp>
      <p:sp>
        <p:nvSpPr>
          <p:cNvPr id="327" name="Rectangle : coins arrondis 326">
            <a:extLst>
              <a:ext uri="{FF2B5EF4-FFF2-40B4-BE49-F238E27FC236}">
                <a16:creationId xmlns:a16="http://schemas.microsoft.com/office/drawing/2014/main" id="{B0CA1F5D-FFEA-3B75-6E45-BECB430FAA3D}"/>
              </a:ext>
            </a:extLst>
          </p:cNvPr>
          <p:cNvSpPr>
            <a:spLocks noChangeAspect="1"/>
          </p:cNvSpPr>
          <p:nvPr/>
        </p:nvSpPr>
        <p:spPr>
          <a:xfrm>
            <a:off x="4731480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53</a:t>
            </a:r>
          </a:p>
        </p:txBody>
      </p:sp>
      <p:sp>
        <p:nvSpPr>
          <p:cNvPr id="328" name="Rectangle : coins arrondis 327">
            <a:extLst>
              <a:ext uri="{FF2B5EF4-FFF2-40B4-BE49-F238E27FC236}">
                <a16:creationId xmlns:a16="http://schemas.microsoft.com/office/drawing/2014/main" id="{053E7D7F-1FE9-DB8F-E318-A8E03E189D4B}"/>
              </a:ext>
            </a:extLst>
          </p:cNvPr>
          <p:cNvSpPr>
            <a:spLocks noChangeAspect="1"/>
          </p:cNvSpPr>
          <p:nvPr/>
        </p:nvSpPr>
        <p:spPr>
          <a:xfrm>
            <a:off x="5661134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54</a:t>
            </a:r>
          </a:p>
        </p:txBody>
      </p:sp>
      <p:sp>
        <p:nvSpPr>
          <p:cNvPr id="329" name="Rectangle : coins arrondis 328">
            <a:extLst>
              <a:ext uri="{FF2B5EF4-FFF2-40B4-BE49-F238E27FC236}">
                <a16:creationId xmlns:a16="http://schemas.microsoft.com/office/drawing/2014/main" id="{2E6C1511-E1C0-7277-8816-0DC2D1AB6AA5}"/>
              </a:ext>
            </a:extLst>
          </p:cNvPr>
          <p:cNvSpPr>
            <a:spLocks noChangeAspect="1"/>
          </p:cNvSpPr>
          <p:nvPr/>
        </p:nvSpPr>
        <p:spPr>
          <a:xfrm>
            <a:off x="6590788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55</a:t>
            </a:r>
          </a:p>
        </p:txBody>
      </p:sp>
      <p:sp>
        <p:nvSpPr>
          <p:cNvPr id="330" name="Rectangle : coins arrondis 329">
            <a:extLst>
              <a:ext uri="{FF2B5EF4-FFF2-40B4-BE49-F238E27FC236}">
                <a16:creationId xmlns:a16="http://schemas.microsoft.com/office/drawing/2014/main" id="{2D8E6581-2FFE-EA08-6476-FF7B5D949F80}"/>
              </a:ext>
            </a:extLst>
          </p:cNvPr>
          <p:cNvSpPr>
            <a:spLocks noChangeAspect="1"/>
          </p:cNvSpPr>
          <p:nvPr/>
        </p:nvSpPr>
        <p:spPr>
          <a:xfrm>
            <a:off x="7520442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56</a:t>
            </a:r>
          </a:p>
        </p:txBody>
      </p:sp>
      <p:sp>
        <p:nvSpPr>
          <p:cNvPr id="331" name="Rectangle : coins arrondis 330">
            <a:extLst>
              <a:ext uri="{FF2B5EF4-FFF2-40B4-BE49-F238E27FC236}">
                <a16:creationId xmlns:a16="http://schemas.microsoft.com/office/drawing/2014/main" id="{49D26D7D-485B-4881-3EB6-012511DECD64}"/>
              </a:ext>
            </a:extLst>
          </p:cNvPr>
          <p:cNvSpPr>
            <a:spLocks noChangeAspect="1"/>
          </p:cNvSpPr>
          <p:nvPr/>
        </p:nvSpPr>
        <p:spPr>
          <a:xfrm>
            <a:off x="8450096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57</a:t>
            </a:r>
          </a:p>
        </p:txBody>
      </p:sp>
      <p:sp>
        <p:nvSpPr>
          <p:cNvPr id="332" name="Rectangle : coins arrondis 331">
            <a:extLst>
              <a:ext uri="{FF2B5EF4-FFF2-40B4-BE49-F238E27FC236}">
                <a16:creationId xmlns:a16="http://schemas.microsoft.com/office/drawing/2014/main" id="{4405496D-AA5F-B724-3675-90D82C3B077C}"/>
              </a:ext>
            </a:extLst>
          </p:cNvPr>
          <p:cNvSpPr>
            <a:spLocks noChangeAspect="1"/>
          </p:cNvSpPr>
          <p:nvPr/>
        </p:nvSpPr>
        <p:spPr>
          <a:xfrm>
            <a:off x="9379750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58</a:t>
            </a:r>
          </a:p>
        </p:txBody>
      </p:sp>
      <p:sp>
        <p:nvSpPr>
          <p:cNvPr id="333" name="Rectangle : coins arrondis 332">
            <a:extLst>
              <a:ext uri="{FF2B5EF4-FFF2-40B4-BE49-F238E27FC236}">
                <a16:creationId xmlns:a16="http://schemas.microsoft.com/office/drawing/2014/main" id="{9EE0D87E-DB20-4843-9494-118E57875905}"/>
              </a:ext>
            </a:extLst>
          </p:cNvPr>
          <p:cNvSpPr>
            <a:spLocks noChangeAspect="1"/>
          </p:cNvSpPr>
          <p:nvPr/>
        </p:nvSpPr>
        <p:spPr>
          <a:xfrm>
            <a:off x="10309404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59</a:t>
            </a:r>
          </a:p>
        </p:txBody>
      </p:sp>
      <p:sp>
        <p:nvSpPr>
          <p:cNvPr id="334" name="Rectangle : coins arrondis 333">
            <a:extLst>
              <a:ext uri="{FF2B5EF4-FFF2-40B4-BE49-F238E27FC236}">
                <a16:creationId xmlns:a16="http://schemas.microsoft.com/office/drawing/2014/main" id="{33A9A96C-8E28-5BD5-4C9D-42E71DA4481F}"/>
              </a:ext>
            </a:extLst>
          </p:cNvPr>
          <p:cNvSpPr>
            <a:spLocks noChangeAspect="1"/>
          </p:cNvSpPr>
          <p:nvPr/>
        </p:nvSpPr>
        <p:spPr>
          <a:xfrm>
            <a:off x="11239058" y="470203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60</a:t>
            </a:r>
          </a:p>
        </p:txBody>
      </p:sp>
      <p:sp>
        <p:nvSpPr>
          <p:cNvPr id="335" name="Rectangle : coins arrondis 334">
            <a:extLst>
              <a:ext uri="{FF2B5EF4-FFF2-40B4-BE49-F238E27FC236}">
                <a16:creationId xmlns:a16="http://schemas.microsoft.com/office/drawing/2014/main" id="{2A85A855-6738-59A1-0FFA-855A11CB4C1A}"/>
              </a:ext>
            </a:extLst>
          </p:cNvPr>
          <p:cNvSpPr>
            <a:spLocks noChangeAspect="1"/>
          </p:cNvSpPr>
          <p:nvPr/>
        </p:nvSpPr>
        <p:spPr>
          <a:xfrm>
            <a:off x="1039584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36" name="Rectangle : coins arrondis 335">
            <a:extLst>
              <a:ext uri="{FF2B5EF4-FFF2-40B4-BE49-F238E27FC236}">
                <a16:creationId xmlns:a16="http://schemas.microsoft.com/office/drawing/2014/main" id="{516C8022-1650-0AE9-2FB0-6B6EBCBFF7CE}"/>
              </a:ext>
            </a:extLst>
          </p:cNvPr>
          <p:cNvSpPr>
            <a:spLocks noChangeAspect="1"/>
          </p:cNvSpPr>
          <p:nvPr/>
        </p:nvSpPr>
        <p:spPr>
          <a:xfrm>
            <a:off x="1969690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37" name="Rectangle : coins arrondis 336">
            <a:extLst>
              <a:ext uri="{FF2B5EF4-FFF2-40B4-BE49-F238E27FC236}">
                <a16:creationId xmlns:a16="http://schemas.microsoft.com/office/drawing/2014/main" id="{A092707C-62ED-5EA7-7BA2-98AB65F3C53D}"/>
              </a:ext>
            </a:extLst>
          </p:cNvPr>
          <p:cNvSpPr>
            <a:spLocks noChangeAspect="1"/>
          </p:cNvSpPr>
          <p:nvPr/>
        </p:nvSpPr>
        <p:spPr>
          <a:xfrm>
            <a:off x="2899796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38" name="Rectangle : coins arrondis 337">
            <a:extLst>
              <a:ext uri="{FF2B5EF4-FFF2-40B4-BE49-F238E27FC236}">
                <a16:creationId xmlns:a16="http://schemas.microsoft.com/office/drawing/2014/main" id="{5F8FBF73-7AB7-8966-C195-6B658B74D914}"/>
              </a:ext>
            </a:extLst>
          </p:cNvPr>
          <p:cNvSpPr>
            <a:spLocks noChangeAspect="1"/>
          </p:cNvSpPr>
          <p:nvPr/>
        </p:nvSpPr>
        <p:spPr>
          <a:xfrm>
            <a:off x="3829902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39" name="Rectangle : coins arrondis 338">
            <a:extLst>
              <a:ext uri="{FF2B5EF4-FFF2-40B4-BE49-F238E27FC236}">
                <a16:creationId xmlns:a16="http://schemas.microsoft.com/office/drawing/2014/main" id="{72A6A73F-E2EC-5B10-2C90-0746ED9C1E93}"/>
              </a:ext>
            </a:extLst>
          </p:cNvPr>
          <p:cNvSpPr>
            <a:spLocks noChangeAspect="1"/>
          </p:cNvSpPr>
          <p:nvPr/>
        </p:nvSpPr>
        <p:spPr>
          <a:xfrm>
            <a:off x="4760008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0" name="Rectangle : coins arrondis 339">
            <a:extLst>
              <a:ext uri="{FF2B5EF4-FFF2-40B4-BE49-F238E27FC236}">
                <a16:creationId xmlns:a16="http://schemas.microsoft.com/office/drawing/2014/main" id="{EF3D8168-E008-CD62-021F-0AD9744FE651}"/>
              </a:ext>
            </a:extLst>
          </p:cNvPr>
          <p:cNvSpPr>
            <a:spLocks noChangeAspect="1"/>
          </p:cNvSpPr>
          <p:nvPr/>
        </p:nvSpPr>
        <p:spPr>
          <a:xfrm>
            <a:off x="5690114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1" name="Rectangle : coins arrondis 340">
            <a:extLst>
              <a:ext uri="{FF2B5EF4-FFF2-40B4-BE49-F238E27FC236}">
                <a16:creationId xmlns:a16="http://schemas.microsoft.com/office/drawing/2014/main" id="{0D1D1087-CA74-B682-B9C0-068389EDA552}"/>
              </a:ext>
            </a:extLst>
          </p:cNvPr>
          <p:cNvSpPr>
            <a:spLocks noChangeAspect="1"/>
          </p:cNvSpPr>
          <p:nvPr/>
        </p:nvSpPr>
        <p:spPr>
          <a:xfrm>
            <a:off x="6620220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2" name="Rectangle : coins arrondis 341">
            <a:extLst>
              <a:ext uri="{FF2B5EF4-FFF2-40B4-BE49-F238E27FC236}">
                <a16:creationId xmlns:a16="http://schemas.microsoft.com/office/drawing/2014/main" id="{C925F2C5-0CF8-0D19-76EB-FBBE256A1232}"/>
              </a:ext>
            </a:extLst>
          </p:cNvPr>
          <p:cNvSpPr>
            <a:spLocks noChangeAspect="1"/>
          </p:cNvSpPr>
          <p:nvPr/>
        </p:nvSpPr>
        <p:spPr>
          <a:xfrm>
            <a:off x="7550326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3" name="Rectangle : coins arrondis 342">
            <a:extLst>
              <a:ext uri="{FF2B5EF4-FFF2-40B4-BE49-F238E27FC236}">
                <a16:creationId xmlns:a16="http://schemas.microsoft.com/office/drawing/2014/main" id="{B2B3CF19-AA99-FCFF-8AC9-48BC03E80E1D}"/>
              </a:ext>
            </a:extLst>
          </p:cNvPr>
          <p:cNvSpPr>
            <a:spLocks noChangeAspect="1"/>
          </p:cNvSpPr>
          <p:nvPr/>
        </p:nvSpPr>
        <p:spPr>
          <a:xfrm>
            <a:off x="8480432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4" name="Rectangle : coins arrondis 343">
            <a:extLst>
              <a:ext uri="{FF2B5EF4-FFF2-40B4-BE49-F238E27FC236}">
                <a16:creationId xmlns:a16="http://schemas.microsoft.com/office/drawing/2014/main" id="{493E5774-C1A9-8107-4E95-C506337EC182}"/>
              </a:ext>
            </a:extLst>
          </p:cNvPr>
          <p:cNvSpPr>
            <a:spLocks noChangeAspect="1"/>
          </p:cNvSpPr>
          <p:nvPr/>
        </p:nvSpPr>
        <p:spPr>
          <a:xfrm>
            <a:off x="9410538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5" name="Rectangle : coins arrondis 344">
            <a:extLst>
              <a:ext uri="{FF2B5EF4-FFF2-40B4-BE49-F238E27FC236}">
                <a16:creationId xmlns:a16="http://schemas.microsoft.com/office/drawing/2014/main" id="{A0451304-C066-2F26-C1CE-815DA04C3498}"/>
              </a:ext>
            </a:extLst>
          </p:cNvPr>
          <p:cNvSpPr>
            <a:spLocks noChangeAspect="1"/>
          </p:cNvSpPr>
          <p:nvPr/>
        </p:nvSpPr>
        <p:spPr>
          <a:xfrm>
            <a:off x="10340644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6" name="Rectangle : coins arrondis 345">
            <a:extLst>
              <a:ext uri="{FF2B5EF4-FFF2-40B4-BE49-F238E27FC236}">
                <a16:creationId xmlns:a16="http://schemas.microsoft.com/office/drawing/2014/main" id="{35C0B97E-1D49-58CB-D2A1-54C08F8F4C83}"/>
              </a:ext>
            </a:extLst>
          </p:cNvPr>
          <p:cNvSpPr>
            <a:spLocks noChangeAspect="1"/>
          </p:cNvSpPr>
          <p:nvPr/>
        </p:nvSpPr>
        <p:spPr>
          <a:xfrm>
            <a:off x="11270755" y="5829725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47" name="Rectangle : coins arrondis 346">
            <a:extLst>
              <a:ext uri="{FF2B5EF4-FFF2-40B4-BE49-F238E27FC236}">
                <a16:creationId xmlns:a16="http://schemas.microsoft.com/office/drawing/2014/main" id="{A095F0B0-1340-E0CD-601E-AD486CE523E9}"/>
              </a:ext>
            </a:extLst>
          </p:cNvPr>
          <p:cNvSpPr>
            <a:spLocks noChangeAspect="1"/>
          </p:cNvSpPr>
          <p:nvPr/>
        </p:nvSpPr>
        <p:spPr>
          <a:xfrm>
            <a:off x="1011508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13</a:t>
            </a:r>
          </a:p>
        </p:txBody>
      </p:sp>
      <p:sp>
        <p:nvSpPr>
          <p:cNvPr id="348" name="Rectangle : coins arrondis 347">
            <a:extLst>
              <a:ext uri="{FF2B5EF4-FFF2-40B4-BE49-F238E27FC236}">
                <a16:creationId xmlns:a16="http://schemas.microsoft.com/office/drawing/2014/main" id="{F14DE3B3-BAD9-22F2-AC9C-95CB592BDD76}"/>
              </a:ext>
            </a:extLst>
          </p:cNvPr>
          <p:cNvSpPr>
            <a:spLocks noChangeAspect="1"/>
          </p:cNvSpPr>
          <p:nvPr/>
        </p:nvSpPr>
        <p:spPr>
          <a:xfrm>
            <a:off x="1941614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14</a:t>
            </a:r>
          </a:p>
        </p:txBody>
      </p:sp>
      <p:sp>
        <p:nvSpPr>
          <p:cNvPr id="349" name="Rectangle : coins arrondis 348">
            <a:extLst>
              <a:ext uri="{FF2B5EF4-FFF2-40B4-BE49-F238E27FC236}">
                <a16:creationId xmlns:a16="http://schemas.microsoft.com/office/drawing/2014/main" id="{EC71A2A3-2362-9F39-591C-0816F89962CF}"/>
              </a:ext>
            </a:extLst>
          </p:cNvPr>
          <p:cNvSpPr>
            <a:spLocks noChangeAspect="1"/>
          </p:cNvSpPr>
          <p:nvPr/>
        </p:nvSpPr>
        <p:spPr>
          <a:xfrm>
            <a:off x="2871720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15</a:t>
            </a:r>
          </a:p>
        </p:txBody>
      </p:sp>
      <p:sp>
        <p:nvSpPr>
          <p:cNvPr id="350" name="Rectangle : coins arrondis 349">
            <a:extLst>
              <a:ext uri="{FF2B5EF4-FFF2-40B4-BE49-F238E27FC236}">
                <a16:creationId xmlns:a16="http://schemas.microsoft.com/office/drawing/2014/main" id="{8555D1CE-BFF2-0E53-46FA-A573D6EA209B}"/>
              </a:ext>
            </a:extLst>
          </p:cNvPr>
          <p:cNvSpPr>
            <a:spLocks noChangeAspect="1"/>
          </p:cNvSpPr>
          <p:nvPr/>
        </p:nvSpPr>
        <p:spPr>
          <a:xfrm>
            <a:off x="3801826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16</a:t>
            </a:r>
          </a:p>
        </p:txBody>
      </p:sp>
      <p:sp>
        <p:nvSpPr>
          <p:cNvPr id="351" name="Rectangle : coins arrondis 350">
            <a:extLst>
              <a:ext uri="{FF2B5EF4-FFF2-40B4-BE49-F238E27FC236}">
                <a16:creationId xmlns:a16="http://schemas.microsoft.com/office/drawing/2014/main" id="{F90DC866-CE76-3466-B761-7BB71553DF25}"/>
              </a:ext>
            </a:extLst>
          </p:cNvPr>
          <p:cNvSpPr>
            <a:spLocks noChangeAspect="1"/>
          </p:cNvSpPr>
          <p:nvPr/>
        </p:nvSpPr>
        <p:spPr>
          <a:xfrm>
            <a:off x="4731932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17</a:t>
            </a:r>
          </a:p>
        </p:txBody>
      </p:sp>
      <p:sp>
        <p:nvSpPr>
          <p:cNvPr id="352" name="Rectangle : coins arrondis 351">
            <a:extLst>
              <a:ext uri="{FF2B5EF4-FFF2-40B4-BE49-F238E27FC236}">
                <a16:creationId xmlns:a16="http://schemas.microsoft.com/office/drawing/2014/main" id="{3348922F-C6F5-8F5B-B240-5027F8DDDE9A}"/>
              </a:ext>
            </a:extLst>
          </p:cNvPr>
          <p:cNvSpPr>
            <a:spLocks noChangeAspect="1"/>
          </p:cNvSpPr>
          <p:nvPr/>
        </p:nvSpPr>
        <p:spPr>
          <a:xfrm>
            <a:off x="5662038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18</a:t>
            </a:r>
          </a:p>
        </p:txBody>
      </p:sp>
      <p:sp>
        <p:nvSpPr>
          <p:cNvPr id="353" name="Rectangle : coins arrondis 352">
            <a:extLst>
              <a:ext uri="{FF2B5EF4-FFF2-40B4-BE49-F238E27FC236}">
                <a16:creationId xmlns:a16="http://schemas.microsoft.com/office/drawing/2014/main" id="{E61EFFE9-E34B-52E9-88C8-86B595BCFA08}"/>
              </a:ext>
            </a:extLst>
          </p:cNvPr>
          <p:cNvSpPr>
            <a:spLocks noChangeAspect="1"/>
          </p:cNvSpPr>
          <p:nvPr/>
        </p:nvSpPr>
        <p:spPr>
          <a:xfrm>
            <a:off x="6592144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ernard MT Condensed" panose="02050806060905020404" pitchFamily="18" charset="77"/>
                <a:ea typeface="+mn-ea"/>
                <a:cs typeface="+mn-cs"/>
              </a:rPr>
              <a:t>19</a:t>
            </a:r>
          </a:p>
        </p:txBody>
      </p:sp>
      <p:sp>
        <p:nvSpPr>
          <p:cNvPr id="354" name="Rectangle : coins arrondis 353">
            <a:extLst>
              <a:ext uri="{FF2B5EF4-FFF2-40B4-BE49-F238E27FC236}">
                <a16:creationId xmlns:a16="http://schemas.microsoft.com/office/drawing/2014/main" id="{B8D85F16-C9CD-8D97-7B1E-8803FD5F0B0B}"/>
              </a:ext>
            </a:extLst>
          </p:cNvPr>
          <p:cNvSpPr>
            <a:spLocks noChangeAspect="1"/>
          </p:cNvSpPr>
          <p:nvPr/>
        </p:nvSpPr>
        <p:spPr>
          <a:xfrm>
            <a:off x="7522250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55" name="Rectangle : coins arrondis 354">
            <a:extLst>
              <a:ext uri="{FF2B5EF4-FFF2-40B4-BE49-F238E27FC236}">
                <a16:creationId xmlns:a16="http://schemas.microsoft.com/office/drawing/2014/main" id="{7650EC06-CB7F-896E-E5D6-C5B10678CCB6}"/>
              </a:ext>
            </a:extLst>
          </p:cNvPr>
          <p:cNvSpPr>
            <a:spLocks noChangeAspect="1"/>
          </p:cNvSpPr>
          <p:nvPr/>
        </p:nvSpPr>
        <p:spPr>
          <a:xfrm>
            <a:off x="8452356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56" name="Rectangle : coins arrondis 355">
            <a:extLst>
              <a:ext uri="{FF2B5EF4-FFF2-40B4-BE49-F238E27FC236}">
                <a16:creationId xmlns:a16="http://schemas.microsoft.com/office/drawing/2014/main" id="{2410CBC0-D3D7-CC77-01BF-180EDE4B8706}"/>
              </a:ext>
            </a:extLst>
          </p:cNvPr>
          <p:cNvSpPr>
            <a:spLocks noChangeAspect="1"/>
          </p:cNvSpPr>
          <p:nvPr/>
        </p:nvSpPr>
        <p:spPr>
          <a:xfrm>
            <a:off x="9382462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57" name="Rectangle : coins arrondis 356">
            <a:extLst>
              <a:ext uri="{FF2B5EF4-FFF2-40B4-BE49-F238E27FC236}">
                <a16:creationId xmlns:a16="http://schemas.microsoft.com/office/drawing/2014/main" id="{13F27B73-67F3-BB5F-127B-D91D82C9117D}"/>
              </a:ext>
            </a:extLst>
          </p:cNvPr>
          <p:cNvSpPr>
            <a:spLocks noChangeAspect="1"/>
          </p:cNvSpPr>
          <p:nvPr/>
        </p:nvSpPr>
        <p:spPr>
          <a:xfrm>
            <a:off x="10312568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58" name="Rectangle : coins arrondis 357">
            <a:extLst>
              <a:ext uri="{FF2B5EF4-FFF2-40B4-BE49-F238E27FC236}">
                <a16:creationId xmlns:a16="http://schemas.microsoft.com/office/drawing/2014/main" id="{BDD6789A-7FB7-DF94-9DBA-769D33D18A97}"/>
              </a:ext>
            </a:extLst>
          </p:cNvPr>
          <p:cNvSpPr>
            <a:spLocks noChangeAspect="1"/>
          </p:cNvSpPr>
          <p:nvPr/>
        </p:nvSpPr>
        <p:spPr>
          <a:xfrm>
            <a:off x="11242679" y="5840946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59" name="Rectangle : coins arrondis 358">
            <a:extLst>
              <a:ext uri="{FF2B5EF4-FFF2-40B4-BE49-F238E27FC236}">
                <a16:creationId xmlns:a16="http://schemas.microsoft.com/office/drawing/2014/main" id="{AF23996A-E1FA-66CE-1044-165B2C1555F6}"/>
              </a:ext>
            </a:extLst>
          </p:cNvPr>
          <p:cNvSpPr>
            <a:spLocks noChangeAspect="1"/>
          </p:cNvSpPr>
          <p:nvPr/>
        </p:nvSpPr>
        <p:spPr>
          <a:xfrm>
            <a:off x="982365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360" name="Rectangle : coins arrondis 359">
            <a:extLst>
              <a:ext uri="{FF2B5EF4-FFF2-40B4-BE49-F238E27FC236}">
                <a16:creationId xmlns:a16="http://schemas.microsoft.com/office/drawing/2014/main" id="{F5B0357B-856C-46B3-C722-5846C536267A}"/>
              </a:ext>
            </a:extLst>
          </p:cNvPr>
          <p:cNvSpPr>
            <a:spLocks noChangeAspect="1"/>
          </p:cNvSpPr>
          <p:nvPr/>
        </p:nvSpPr>
        <p:spPr>
          <a:xfrm>
            <a:off x="1912471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1" name="Rectangle : coins arrondis 360">
            <a:extLst>
              <a:ext uri="{FF2B5EF4-FFF2-40B4-BE49-F238E27FC236}">
                <a16:creationId xmlns:a16="http://schemas.microsoft.com/office/drawing/2014/main" id="{501D540A-57F1-9CF7-1EFB-BE19D894AB1A}"/>
              </a:ext>
            </a:extLst>
          </p:cNvPr>
          <p:cNvSpPr>
            <a:spLocks noChangeAspect="1"/>
          </p:cNvSpPr>
          <p:nvPr/>
        </p:nvSpPr>
        <p:spPr>
          <a:xfrm>
            <a:off x="2842577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2" name="Rectangle : coins arrondis 361">
            <a:extLst>
              <a:ext uri="{FF2B5EF4-FFF2-40B4-BE49-F238E27FC236}">
                <a16:creationId xmlns:a16="http://schemas.microsoft.com/office/drawing/2014/main" id="{46263DD2-E92A-229C-2E2F-8F5E4CAD3182}"/>
              </a:ext>
            </a:extLst>
          </p:cNvPr>
          <p:cNvSpPr>
            <a:spLocks noChangeAspect="1"/>
          </p:cNvSpPr>
          <p:nvPr/>
        </p:nvSpPr>
        <p:spPr>
          <a:xfrm>
            <a:off x="3772683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3" name="Rectangle : coins arrondis 362">
            <a:extLst>
              <a:ext uri="{FF2B5EF4-FFF2-40B4-BE49-F238E27FC236}">
                <a16:creationId xmlns:a16="http://schemas.microsoft.com/office/drawing/2014/main" id="{872B8561-0B36-B52C-12C3-E6FEDAA8AB3D}"/>
              </a:ext>
            </a:extLst>
          </p:cNvPr>
          <p:cNvSpPr>
            <a:spLocks noChangeAspect="1"/>
          </p:cNvSpPr>
          <p:nvPr/>
        </p:nvSpPr>
        <p:spPr>
          <a:xfrm>
            <a:off x="4702789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4" name="Rectangle : coins arrondis 363">
            <a:extLst>
              <a:ext uri="{FF2B5EF4-FFF2-40B4-BE49-F238E27FC236}">
                <a16:creationId xmlns:a16="http://schemas.microsoft.com/office/drawing/2014/main" id="{695DFC32-5DA4-575A-9F3E-F3F6E6EEAA81}"/>
              </a:ext>
            </a:extLst>
          </p:cNvPr>
          <p:cNvSpPr>
            <a:spLocks noChangeAspect="1"/>
          </p:cNvSpPr>
          <p:nvPr/>
        </p:nvSpPr>
        <p:spPr>
          <a:xfrm>
            <a:off x="5632895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5" name="Rectangle : coins arrondis 364">
            <a:extLst>
              <a:ext uri="{FF2B5EF4-FFF2-40B4-BE49-F238E27FC236}">
                <a16:creationId xmlns:a16="http://schemas.microsoft.com/office/drawing/2014/main" id="{BCA6AC17-E469-B829-38C1-84EA4FB2B505}"/>
              </a:ext>
            </a:extLst>
          </p:cNvPr>
          <p:cNvSpPr>
            <a:spLocks noChangeAspect="1"/>
          </p:cNvSpPr>
          <p:nvPr/>
        </p:nvSpPr>
        <p:spPr>
          <a:xfrm>
            <a:off x="6563001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6" name="Rectangle : coins arrondis 365">
            <a:extLst>
              <a:ext uri="{FF2B5EF4-FFF2-40B4-BE49-F238E27FC236}">
                <a16:creationId xmlns:a16="http://schemas.microsoft.com/office/drawing/2014/main" id="{314AFA72-BDE6-132D-7582-DD3424283BE2}"/>
              </a:ext>
            </a:extLst>
          </p:cNvPr>
          <p:cNvSpPr>
            <a:spLocks noChangeAspect="1"/>
          </p:cNvSpPr>
          <p:nvPr/>
        </p:nvSpPr>
        <p:spPr>
          <a:xfrm>
            <a:off x="7493107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7" name="Rectangle : coins arrondis 366">
            <a:extLst>
              <a:ext uri="{FF2B5EF4-FFF2-40B4-BE49-F238E27FC236}">
                <a16:creationId xmlns:a16="http://schemas.microsoft.com/office/drawing/2014/main" id="{350F29E3-1F49-20EB-5ECB-75D1A23CD57A}"/>
              </a:ext>
            </a:extLst>
          </p:cNvPr>
          <p:cNvSpPr>
            <a:spLocks noChangeAspect="1"/>
          </p:cNvSpPr>
          <p:nvPr/>
        </p:nvSpPr>
        <p:spPr>
          <a:xfrm>
            <a:off x="8423213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8" name="Rectangle : coins arrondis 367">
            <a:extLst>
              <a:ext uri="{FF2B5EF4-FFF2-40B4-BE49-F238E27FC236}">
                <a16:creationId xmlns:a16="http://schemas.microsoft.com/office/drawing/2014/main" id="{0C8286E9-5D9A-8539-3CD5-5C53C83977A3}"/>
              </a:ext>
            </a:extLst>
          </p:cNvPr>
          <p:cNvSpPr>
            <a:spLocks noChangeAspect="1"/>
          </p:cNvSpPr>
          <p:nvPr/>
        </p:nvSpPr>
        <p:spPr>
          <a:xfrm>
            <a:off x="9353319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69" name="Rectangle : coins arrondis 368">
            <a:extLst>
              <a:ext uri="{FF2B5EF4-FFF2-40B4-BE49-F238E27FC236}">
                <a16:creationId xmlns:a16="http://schemas.microsoft.com/office/drawing/2014/main" id="{3B3ABF23-B3B6-1E0D-5A5D-F7EAD9084B34}"/>
              </a:ext>
            </a:extLst>
          </p:cNvPr>
          <p:cNvSpPr>
            <a:spLocks noChangeAspect="1"/>
          </p:cNvSpPr>
          <p:nvPr/>
        </p:nvSpPr>
        <p:spPr>
          <a:xfrm>
            <a:off x="10283425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0" name="Rectangle : coins arrondis 369">
            <a:extLst>
              <a:ext uri="{FF2B5EF4-FFF2-40B4-BE49-F238E27FC236}">
                <a16:creationId xmlns:a16="http://schemas.microsoft.com/office/drawing/2014/main" id="{F4189297-7D9D-27F2-C9A5-C0D3C91ECB59}"/>
              </a:ext>
            </a:extLst>
          </p:cNvPr>
          <p:cNvSpPr>
            <a:spLocks noChangeAspect="1"/>
          </p:cNvSpPr>
          <p:nvPr/>
        </p:nvSpPr>
        <p:spPr>
          <a:xfrm>
            <a:off x="11213536" y="5821651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1" name="Rectangle : coins arrondis 370">
            <a:extLst>
              <a:ext uri="{FF2B5EF4-FFF2-40B4-BE49-F238E27FC236}">
                <a16:creationId xmlns:a16="http://schemas.microsoft.com/office/drawing/2014/main" id="{378BC3E3-F530-46E5-F44E-AE245CAEB2D4}"/>
              </a:ext>
            </a:extLst>
          </p:cNvPr>
          <p:cNvSpPr>
            <a:spLocks noChangeAspect="1"/>
          </p:cNvSpPr>
          <p:nvPr/>
        </p:nvSpPr>
        <p:spPr>
          <a:xfrm>
            <a:off x="102042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1</a:t>
            </a:r>
          </a:p>
        </p:txBody>
      </p:sp>
      <p:sp>
        <p:nvSpPr>
          <p:cNvPr id="372" name="Rectangle : coins arrondis 371">
            <a:extLst>
              <a:ext uri="{FF2B5EF4-FFF2-40B4-BE49-F238E27FC236}">
                <a16:creationId xmlns:a16="http://schemas.microsoft.com/office/drawing/2014/main" id="{3C6F9BC7-4341-BADC-32E9-E94DE818D0B4}"/>
              </a:ext>
            </a:extLst>
          </p:cNvPr>
          <p:cNvSpPr>
            <a:spLocks noChangeAspect="1"/>
          </p:cNvSpPr>
          <p:nvPr/>
        </p:nvSpPr>
        <p:spPr>
          <a:xfrm>
            <a:off x="1950532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3" name="Rectangle : coins arrondis 372">
            <a:extLst>
              <a:ext uri="{FF2B5EF4-FFF2-40B4-BE49-F238E27FC236}">
                <a16:creationId xmlns:a16="http://schemas.microsoft.com/office/drawing/2014/main" id="{DDDA12F8-F40D-4335-A0B1-6BB7B2A2AB1D}"/>
              </a:ext>
            </a:extLst>
          </p:cNvPr>
          <p:cNvSpPr>
            <a:spLocks noChangeAspect="1"/>
          </p:cNvSpPr>
          <p:nvPr/>
        </p:nvSpPr>
        <p:spPr>
          <a:xfrm>
            <a:off x="2880638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3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4" name="Rectangle : coins arrondis 373">
            <a:extLst>
              <a:ext uri="{FF2B5EF4-FFF2-40B4-BE49-F238E27FC236}">
                <a16:creationId xmlns:a16="http://schemas.microsoft.com/office/drawing/2014/main" id="{C53D1E6E-EB46-68E0-0B12-5E62DDB5BD12}"/>
              </a:ext>
            </a:extLst>
          </p:cNvPr>
          <p:cNvSpPr>
            <a:spLocks noChangeAspect="1"/>
          </p:cNvSpPr>
          <p:nvPr/>
        </p:nvSpPr>
        <p:spPr>
          <a:xfrm>
            <a:off x="3810744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4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5" name="Rectangle : coins arrondis 374">
            <a:extLst>
              <a:ext uri="{FF2B5EF4-FFF2-40B4-BE49-F238E27FC236}">
                <a16:creationId xmlns:a16="http://schemas.microsoft.com/office/drawing/2014/main" id="{C219332C-D3A2-A3D0-8837-5041A87D6783}"/>
              </a:ext>
            </a:extLst>
          </p:cNvPr>
          <p:cNvSpPr>
            <a:spLocks noChangeAspect="1"/>
          </p:cNvSpPr>
          <p:nvPr/>
        </p:nvSpPr>
        <p:spPr>
          <a:xfrm>
            <a:off x="4740850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5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6" name="Rectangle : coins arrondis 375">
            <a:extLst>
              <a:ext uri="{FF2B5EF4-FFF2-40B4-BE49-F238E27FC236}">
                <a16:creationId xmlns:a16="http://schemas.microsoft.com/office/drawing/2014/main" id="{55D3A256-F0D2-F963-6CB9-7C37FDA74F48}"/>
              </a:ext>
            </a:extLst>
          </p:cNvPr>
          <p:cNvSpPr>
            <a:spLocks noChangeAspect="1"/>
          </p:cNvSpPr>
          <p:nvPr/>
        </p:nvSpPr>
        <p:spPr>
          <a:xfrm>
            <a:off x="567095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6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7" name="Rectangle : coins arrondis 376">
            <a:extLst>
              <a:ext uri="{FF2B5EF4-FFF2-40B4-BE49-F238E27FC236}">
                <a16:creationId xmlns:a16="http://schemas.microsoft.com/office/drawing/2014/main" id="{3BEDC2B0-409A-7E4C-4E90-D84FD0C224D1}"/>
              </a:ext>
            </a:extLst>
          </p:cNvPr>
          <p:cNvSpPr>
            <a:spLocks noChangeAspect="1"/>
          </p:cNvSpPr>
          <p:nvPr/>
        </p:nvSpPr>
        <p:spPr>
          <a:xfrm>
            <a:off x="6601062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7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8" name="Rectangle : coins arrondis 377">
            <a:extLst>
              <a:ext uri="{FF2B5EF4-FFF2-40B4-BE49-F238E27FC236}">
                <a16:creationId xmlns:a16="http://schemas.microsoft.com/office/drawing/2014/main" id="{3C6098A5-7F4A-BF31-7FD5-C54D1BB5427A}"/>
              </a:ext>
            </a:extLst>
          </p:cNvPr>
          <p:cNvSpPr>
            <a:spLocks noChangeAspect="1"/>
          </p:cNvSpPr>
          <p:nvPr/>
        </p:nvSpPr>
        <p:spPr>
          <a:xfrm>
            <a:off x="7531168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8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79" name="Rectangle : coins arrondis 378">
            <a:extLst>
              <a:ext uri="{FF2B5EF4-FFF2-40B4-BE49-F238E27FC236}">
                <a16:creationId xmlns:a16="http://schemas.microsoft.com/office/drawing/2014/main" id="{B2620995-AC3B-03F8-A087-46AB8C897ED9}"/>
              </a:ext>
            </a:extLst>
          </p:cNvPr>
          <p:cNvSpPr>
            <a:spLocks noChangeAspect="1"/>
          </p:cNvSpPr>
          <p:nvPr/>
        </p:nvSpPr>
        <p:spPr>
          <a:xfrm>
            <a:off x="8461274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9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80" name="Rectangle : coins arrondis 379">
            <a:extLst>
              <a:ext uri="{FF2B5EF4-FFF2-40B4-BE49-F238E27FC236}">
                <a16:creationId xmlns:a16="http://schemas.microsoft.com/office/drawing/2014/main" id="{66D1CFD2-9457-6BAD-D517-95DEB80194BB}"/>
              </a:ext>
            </a:extLst>
          </p:cNvPr>
          <p:cNvSpPr>
            <a:spLocks noChangeAspect="1"/>
          </p:cNvSpPr>
          <p:nvPr/>
        </p:nvSpPr>
        <p:spPr>
          <a:xfrm>
            <a:off x="9391380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10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81" name="Rectangle : coins arrondis 380">
            <a:extLst>
              <a:ext uri="{FF2B5EF4-FFF2-40B4-BE49-F238E27FC236}">
                <a16:creationId xmlns:a16="http://schemas.microsoft.com/office/drawing/2014/main" id="{8E501ADC-326D-1623-D783-6010A835AF03}"/>
              </a:ext>
            </a:extLst>
          </p:cNvPr>
          <p:cNvSpPr>
            <a:spLocks noChangeAspect="1"/>
          </p:cNvSpPr>
          <p:nvPr/>
        </p:nvSpPr>
        <p:spPr>
          <a:xfrm>
            <a:off x="1032148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11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82" name="Rectangle : coins arrondis 381">
            <a:extLst>
              <a:ext uri="{FF2B5EF4-FFF2-40B4-BE49-F238E27FC236}">
                <a16:creationId xmlns:a16="http://schemas.microsoft.com/office/drawing/2014/main" id="{2F309368-84BD-4FE2-F0A0-D95AC5C2AFA9}"/>
              </a:ext>
            </a:extLst>
          </p:cNvPr>
          <p:cNvSpPr>
            <a:spLocks noChangeAspect="1"/>
          </p:cNvSpPr>
          <p:nvPr/>
        </p:nvSpPr>
        <p:spPr>
          <a:xfrm>
            <a:off x="11251597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bg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 sz="44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12</a:t>
            </a:r>
            <a:endParaRPr kumimoji="0" lang="fr-CA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ernard MT Condensed" panose="02050806060905020404" pitchFamily="18" charset="77"/>
              <a:ea typeface="+mn-ea"/>
              <a:cs typeface="+mn-cs"/>
            </a:endParaRPr>
          </a:p>
        </p:txBody>
      </p:sp>
      <p:sp>
        <p:nvSpPr>
          <p:cNvPr id="383" name="Rectangle : coins arrondis 382">
            <a:extLst>
              <a:ext uri="{FF2B5EF4-FFF2-40B4-BE49-F238E27FC236}">
                <a16:creationId xmlns:a16="http://schemas.microsoft.com/office/drawing/2014/main" id="{BAA5DBCF-2C8F-6497-9755-24C5561775A3}"/>
              </a:ext>
            </a:extLst>
          </p:cNvPr>
          <p:cNvSpPr>
            <a:spLocks noChangeAspect="1"/>
          </p:cNvSpPr>
          <p:nvPr/>
        </p:nvSpPr>
        <p:spPr>
          <a:xfrm>
            <a:off x="103791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61</a:t>
            </a:r>
          </a:p>
        </p:txBody>
      </p:sp>
      <p:sp>
        <p:nvSpPr>
          <p:cNvPr id="384" name="Rectangle : coins arrondis 383">
            <a:extLst>
              <a:ext uri="{FF2B5EF4-FFF2-40B4-BE49-F238E27FC236}">
                <a16:creationId xmlns:a16="http://schemas.microsoft.com/office/drawing/2014/main" id="{256AF03C-F8CA-1B3F-C27B-4A45A35474AC}"/>
              </a:ext>
            </a:extLst>
          </p:cNvPr>
          <p:cNvSpPr>
            <a:spLocks noChangeAspect="1"/>
          </p:cNvSpPr>
          <p:nvPr/>
        </p:nvSpPr>
        <p:spPr>
          <a:xfrm>
            <a:off x="1967570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62</a:t>
            </a:r>
          </a:p>
        </p:txBody>
      </p:sp>
      <p:sp>
        <p:nvSpPr>
          <p:cNvPr id="385" name="Rectangle : coins arrondis 384">
            <a:extLst>
              <a:ext uri="{FF2B5EF4-FFF2-40B4-BE49-F238E27FC236}">
                <a16:creationId xmlns:a16="http://schemas.microsoft.com/office/drawing/2014/main" id="{74F662B7-BDFF-0C02-FDB0-0740C2EDA4A8}"/>
              </a:ext>
            </a:extLst>
          </p:cNvPr>
          <p:cNvSpPr>
            <a:spLocks noChangeAspect="1"/>
          </p:cNvSpPr>
          <p:nvPr/>
        </p:nvSpPr>
        <p:spPr>
          <a:xfrm>
            <a:off x="2897224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63</a:t>
            </a:r>
          </a:p>
        </p:txBody>
      </p:sp>
      <p:sp>
        <p:nvSpPr>
          <p:cNvPr id="386" name="Rectangle : coins arrondis 385">
            <a:extLst>
              <a:ext uri="{FF2B5EF4-FFF2-40B4-BE49-F238E27FC236}">
                <a16:creationId xmlns:a16="http://schemas.microsoft.com/office/drawing/2014/main" id="{06600E96-7574-132E-0056-263B6AD65952}"/>
              </a:ext>
            </a:extLst>
          </p:cNvPr>
          <p:cNvSpPr>
            <a:spLocks noChangeAspect="1"/>
          </p:cNvSpPr>
          <p:nvPr/>
        </p:nvSpPr>
        <p:spPr>
          <a:xfrm>
            <a:off x="3826878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64</a:t>
            </a:r>
          </a:p>
        </p:txBody>
      </p:sp>
      <p:sp>
        <p:nvSpPr>
          <p:cNvPr id="387" name="Rectangle : coins arrondis 386">
            <a:extLst>
              <a:ext uri="{FF2B5EF4-FFF2-40B4-BE49-F238E27FC236}">
                <a16:creationId xmlns:a16="http://schemas.microsoft.com/office/drawing/2014/main" id="{14C2774E-EDC8-D81E-8221-FB2D8DE15620}"/>
              </a:ext>
            </a:extLst>
          </p:cNvPr>
          <p:cNvSpPr>
            <a:spLocks noChangeAspect="1"/>
          </p:cNvSpPr>
          <p:nvPr/>
        </p:nvSpPr>
        <p:spPr>
          <a:xfrm>
            <a:off x="4756532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65</a:t>
            </a:r>
          </a:p>
        </p:txBody>
      </p:sp>
      <p:sp>
        <p:nvSpPr>
          <p:cNvPr id="388" name="Rectangle : coins arrondis 387">
            <a:extLst>
              <a:ext uri="{FF2B5EF4-FFF2-40B4-BE49-F238E27FC236}">
                <a16:creationId xmlns:a16="http://schemas.microsoft.com/office/drawing/2014/main" id="{4752A13D-4AAC-4E24-CC0D-D4416D91DC37}"/>
              </a:ext>
            </a:extLst>
          </p:cNvPr>
          <p:cNvSpPr>
            <a:spLocks noChangeAspect="1"/>
          </p:cNvSpPr>
          <p:nvPr/>
        </p:nvSpPr>
        <p:spPr>
          <a:xfrm>
            <a:off x="568618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66</a:t>
            </a:r>
          </a:p>
        </p:txBody>
      </p:sp>
      <p:sp>
        <p:nvSpPr>
          <p:cNvPr id="389" name="Rectangle : coins arrondis 388">
            <a:extLst>
              <a:ext uri="{FF2B5EF4-FFF2-40B4-BE49-F238E27FC236}">
                <a16:creationId xmlns:a16="http://schemas.microsoft.com/office/drawing/2014/main" id="{19C89F53-081F-33FF-AA6A-6A0CA9B117BF}"/>
              </a:ext>
            </a:extLst>
          </p:cNvPr>
          <p:cNvSpPr>
            <a:spLocks noChangeAspect="1"/>
          </p:cNvSpPr>
          <p:nvPr/>
        </p:nvSpPr>
        <p:spPr>
          <a:xfrm>
            <a:off x="6615840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67</a:t>
            </a:r>
          </a:p>
        </p:txBody>
      </p:sp>
      <p:sp>
        <p:nvSpPr>
          <p:cNvPr id="390" name="Rectangle : coins arrondis 389">
            <a:extLst>
              <a:ext uri="{FF2B5EF4-FFF2-40B4-BE49-F238E27FC236}">
                <a16:creationId xmlns:a16="http://schemas.microsoft.com/office/drawing/2014/main" id="{D5F32BDC-4623-0055-224A-B31DF506B634}"/>
              </a:ext>
            </a:extLst>
          </p:cNvPr>
          <p:cNvSpPr>
            <a:spLocks noChangeAspect="1"/>
          </p:cNvSpPr>
          <p:nvPr/>
        </p:nvSpPr>
        <p:spPr>
          <a:xfrm>
            <a:off x="7545494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68</a:t>
            </a:r>
          </a:p>
        </p:txBody>
      </p:sp>
      <p:sp>
        <p:nvSpPr>
          <p:cNvPr id="391" name="Rectangle : coins arrondis 390">
            <a:extLst>
              <a:ext uri="{FF2B5EF4-FFF2-40B4-BE49-F238E27FC236}">
                <a16:creationId xmlns:a16="http://schemas.microsoft.com/office/drawing/2014/main" id="{B75BF384-86CF-D5C8-6225-D71904975C3E}"/>
              </a:ext>
            </a:extLst>
          </p:cNvPr>
          <p:cNvSpPr>
            <a:spLocks noChangeAspect="1"/>
          </p:cNvSpPr>
          <p:nvPr/>
        </p:nvSpPr>
        <p:spPr>
          <a:xfrm>
            <a:off x="8475148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69</a:t>
            </a:r>
          </a:p>
        </p:txBody>
      </p:sp>
      <p:sp>
        <p:nvSpPr>
          <p:cNvPr id="392" name="Rectangle : coins arrondis 391">
            <a:extLst>
              <a:ext uri="{FF2B5EF4-FFF2-40B4-BE49-F238E27FC236}">
                <a16:creationId xmlns:a16="http://schemas.microsoft.com/office/drawing/2014/main" id="{6A8C766C-2725-EA52-E9DC-75A16B3F177C}"/>
              </a:ext>
            </a:extLst>
          </p:cNvPr>
          <p:cNvSpPr>
            <a:spLocks noChangeAspect="1"/>
          </p:cNvSpPr>
          <p:nvPr/>
        </p:nvSpPr>
        <p:spPr>
          <a:xfrm>
            <a:off x="9404802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70</a:t>
            </a:r>
          </a:p>
        </p:txBody>
      </p:sp>
      <p:sp>
        <p:nvSpPr>
          <p:cNvPr id="393" name="Rectangle : coins arrondis 392">
            <a:extLst>
              <a:ext uri="{FF2B5EF4-FFF2-40B4-BE49-F238E27FC236}">
                <a16:creationId xmlns:a16="http://schemas.microsoft.com/office/drawing/2014/main" id="{2C9A1EE5-D054-E893-EBAD-7A0132DFC91B}"/>
              </a:ext>
            </a:extLst>
          </p:cNvPr>
          <p:cNvSpPr>
            <a:spLocks noChangeAspect="1"/>
          </p:cNvSpPr>
          <p:nvPr/>
        </p:nvSpPr>
        <p:spPr>
          <a:xfrm>
            <a:off x="10334456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71</a:t>
            </a:r>
          </a:p>
        </p:txBody>
      </p:sp>
      <p:sp>
        <p:nvSpPr>
          <p:cNvPr id="394" name="Rectangle : coins arrondis 393">
            <a:extLst>
              <a:ext uri="{FF2B5EF4-FFF2-40B4-BE49-F238E27FC236}">
                <a16:creationId xmlns:a16="http://schemas.microsoft.com/office/drawing/2014/main" id="{1362E2B9-E5EC-D360-240A-296695E1FD46}"/>
              </a:ext>
            </a:extLst>
          </p:cNvPr>
          <p:cNvSpPr>
            <a:spLocks noChangeAspect="1"/>
          </p:cNvSpPr>
          <p:nvPr/>
        </p:nvSpPr>
        <p:spPr>
          <a:xfrm>
            <a:off x="11264110" y="5819430"/>
            <a:ext cx="864000" cy="864000"/>
          </a:xfrm>
          <a:prstGeom prst="roundRect">
            <a:avLst>
              <a:gd name="adj" fmla="val 17754"/>
            </a:avLst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4400" b="1" dirty="0">
                <a:solidFill>
                  <a:schemeClr val="tx1"/>
                </a:solidFill>
                <a:latin typeface="Bernard MT Condensed" panose="02050806060905020404" pitchFamily="18" charset="77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7110709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444</Words>
  <Application>Microsoft Macintosh PowerPoint</Application>
  <PresentationFormat>Grand écran</PresentationFormat>
  <Paragraphs>444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Bernard MT Condensed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Lavertu</dc:creator>
  <cp:lastModifiedBy>Sylvain Lavertu</cp:lastModifiedBy>
  <cp:revision>8</cp:revision>
  <cp:lastPrinted>2026-03-19T20:43:31Z</cp:lastPrinted>
  <dcterms:created xsi:type="dcterms:W3CDTF">2026-03-17T22:31:17Z</dcterms:created>
  <dcterms:modified xsi:type="dcterms:W3CDTF">2026-03-21T17:00:39Z</dcterms:modified>
</cp:coreProperties>
</file>